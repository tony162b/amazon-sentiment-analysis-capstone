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2" r:id="rId9"/>
    <p:sldId id="273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2004" y="2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9F47D06-4869-4A37-89B5-E6E5D9A07FF2}" type="doc">
      <dgm:prSet loTypeId="urn:microsoft.com/office/officeart/2005/8/layout/hierarchy1" loCatId="hierarchy" qsTypeId="urn:microsoft.com/office/officeart/2005/8/quickstyle/simple1" qsCatId="simple" csTypeId="urn:microsoft.com/office/officeart/2005/8/colors/accent6_2" csCatId="accent6"/>
      <dgm:spPr/>
      <dgm:t>
        <a:bodyPr/>
        <a:lstStyle/>
        <a:p>
          <a:endParaRPr lang="en-US"/>
        </a:p>
      </dgm:t>
    </dgm:pt>
    <dgm:pt modelId="{F9B0E0D7-02D7-4AD7-8950-3C0A64594C15}">
      <dgm:prSet/>
      <dgm:spPr/>
      <dgm:t>
        <a:bodyPr/>
        <a:lstStyle/>
        <a:p>
          <a:r>
            <a:rPr lang="en-US"/>
            <a:t>Sentiment Analysis for Amazon Reviews Using NLP</a:t>
          </a:r>
        </a:p>
      </dgm:t>
    </dgm:pt>
    <dgm:pt modelId="{95C99A35-FE44-4538-958B-E59C06AD8E67}" type="parTrans" cxnId="{24E0E92C-B1EE-47B9-B1CB-D699D632FAF9}">
      <dgm:prSet/>
      <dgm:spPr/>
      <dgm:t>
        <a:bodyPr/>
        <a:lstStyle/>
        <a:p>
          <a:endParaRPr lang="en-US"/>
        </a:p>
      </dgm:t>
    </dgm:pt>
    <dgm:pt modelId="{4F654622-035B-4C28-9960-FE759059B665}" type="sibTrans" cxnId="{24E0E92C-B1EE-47B9-B1CB-D699D632FAF9}">
      <dgm:prSet/>
      <dgm:spPr/>
      <dgm:t>
        <a:bodyPr/>
        <a:lstStyle/>
        <a:p>
          <a:endParaRPr lang="en-US"/>
        </a:p>
      </dgm:t>
    </dgm:pt>
    <dgm:pt modelId="{761A82F2-80A0-4F5C-BEA7-DB6FDC05115A}">
      <dgm:prSet/>
      <dgm:spPr/>
      <dgm:t>
        <a:bodyPr/>
        <a:lstStyle/>
        <a:p>
          <a:r>
            <a:rPr lang="en-US"/>
            <a:t>Michael Koffie </a:t>
          </a:r>
        </a:p>
      </dgm:t>
    </dgm:pt>
    <dgm:pt modelId="{C15F4209-4DFA-4ABD-B98A-307A8403B05E}" type="parTrans" cxnId="{578C7707-F81D-4227-8C7E-A1D7EA19B6ED}">
      <dgm:prSet/>
      <dgm:spPr/>
      <dgm:t>
        <a:bodyPr/>
        <a:lstStyle/>
        <a:p>
          <a:endParaRPr lang="en-US"/>
        </a:p>
      </dgm:t>
    </dgm:pt>
    <dgm:pt modelId="{A66E8119-2723-4810-A224-5DFD193C1610}" type="sibTrans" cxnId="{578C7707-F81D-4227-8C7E-A1D7EA19B6ED}">
      <dgm:prSet/>
      <dgm:spPr/>
      <dgm:t>
        <a:bodyPr/>
        <a:lstStyle/>
        <a:p>
          <a:endParaRPr lang="en-US"/>
        </a:p>
      </dgm:t>
    </dgm:pt>
    <dgm:pt modelId="{5CE6BAFD-6959-419E-8D4D-7D12FAFD192C}" type="pres">
      <dgm:prSet presAssocID="{79F47D06-4869-4A37-89B5-E6E5D9A07FF2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459AC4C-3C27-42DD-9EF3-C7AB740FC016}" type="pres">
      <dgm:prSet presAssocID="{F9B0E0D7-02D7-4AD7-8950-3C0A64594C15}" presName="hierRoot1" presStyleCnt="0"/>
      <dgm:spPr/>
    </dgm:pt>
    <dgm:pt modelId="{B068BD87-9E1A-4290-9F52-6A1DA8D511ED}" type="pres">
      <dgm:prSet presAssocID="{F9B0E0D7-02D7-4AD7-8950-3C0A64594C15}" presName="composite" presStyleCnt="0"/>
      <dgm:spPr/>
    </dgm:pt>
    <dgm:pt modelId="{2CDBDE9D-422A-4BAC-B2FD-8D9771EA9213}" type="pres">
      <dgm:prSet presAssocID="{F9B0E0D7-02D7-4AD7-8950-3C0A64594C15}" presName="background" presStyleLbl="node0" presStyleIdx="0" presStyleCnt="2"/>
      <dgm:spPr/>
    </dgm:pt>
    <dgm:pt modelId="{73DE23D5-E9D4-4689-9B50-B147EF907E8A}" type="pres">
      <dgm:prSet presAssocID="{F9B0E0D7-02D7-4AD7-8950-3C0A64594C15}" presName="text" presStyleLbl="fgAcc0" presStyleIdx="0" presStyleCnt="2">
        <dgm:presLayoutVars>
          <dgm:chPref val="3"/>
        </dgm:presLayoutVars>
      </dgm:prSet>
      <dgm:spPr/>
    </dgm:pt>
    <dgm:pt modelId="{DCE2F5DB-4886-4C70-B15C-70A0D653B21B}" type="pres">
      <dgm:prSet presAssocID="{F9B0E0D7-02D7-4AD7-8950-3C0A64594C15}" presName="hierChild2" presStyleCnt="0"/>
      <dgm:spPr/>
    </dgm:pt>
    <dgm:pt modelId="{FDFA6228-D8EE-42E3-87B6-6B5A445C93AD}" type="pres">
      <dgm:prSet presAssocID="{761A82F2-80A0-4F5C-BEA7-DB6FDC05115A}" presName="hierRoot1" presStyleCnt="0"/>
      <dgm:spPr/>
    </dgm:pt>
    <dgm:pt modelId="{4EBF467E-B653-4C6A-999D-A5DBA9D831FC}" type="pres">
      <dgm:prSet presAssocID="{761A82F2-80A0-4F5C-BEA7-DB6FDC05115A}" presName="composite" presStyleCnt="0"/>
      <dgm:spPr/>
    </dgm:pt>
    <dgm:pt modelId="{987F4CEC-3FAD-4505-B604-E7D9616BBF59}" type="pres">
      <dgm:prSet presAssocID="{761A82F2-80A0-4F5C-BEA7-DB6FDC05115A}" presName="background" presStyleLbl="node0" presStyleIdx="1" presStyleCnt="2"/>
      <dgm:spPr/>
    </dgm:pt>
    <dgm:pt modelId="{25B42B45-FD60-4AE4-9414-62571AA76648}" type="pres">
      <dgm:prSet presAssocID="{761A82F2-80A0-4F5C-BEA7-DB6FDC05115A}" presName="text" presStyleLbl="fgAcc0" presStyleIdx="1" presStyleCnt="2">
        <dgm:presLayoutVars>
          <dgm:chPref val="3"/>
        </dgm:presLayoutVars>
      </dgm:prSet>
      <dgm:spPr/>
    </dgm:pt>
    <dgm:pt modelId="{E4AADC29-A7ED-4C12-8166-42ADA2799E08}" type="pres">
      <dgm:prSet presAssocID="{761A82F2-80A0-4F5C-BEA7-DB6FDC05115A}" presName="hierChild2" presStyleCnt="0"/>
      <dgm:spPr/>
    </dgm:pt>
  </dgm:ptLst>
  <dgm:cxnLst>
    <dgm:cxn modelId="{578C7707-F81D-4227-8C7E-A1D7EA19B6ED}" srcId="{79F47D06-4869-4A37-89B5-E6E5D9A07FF2}" destId="{761A82F2-80A0-4F5C-BEA7-DB6FDC05115A}" srcOrd="1" destOrd="0" parTransId="{C15F4209-4DFA-4ABD-B98A-307A8403B05E}" sibTransId="{A66E8119-2723-4810-A224-5DFD193C1610}"/>
    <dgm:cxn modelId="{24E0E92C-B1EE-47B9-B1CB-D699D632FAF9}" srcId="{79F47D06-4869-4A37-89B5-E6E5D9A07FF2}" destId="{F9B0E0D7-02D7-4AD7-8950-3C0A64594C15}" srcOrd="0" destOrd="0" parTransId="{95C99A35-FE44-4538-958B-E59C06AD8E67}" sibTransId="{4F654622-035B-4C28-9960-FE759059B665}"/>
    <dgm:cxn modelId="{5D035441-A556-4BFF-A0FB-CA69E9258CCA}" type="presOf" srcId="{79F47D06-4869-4A37-89B5-E6E5D9A07FF2}" destId="{5CE6BAFD-6959-419E-8D4D-7D12FAFD192C}" srcOrd="0" destOrd="0" presId="urn:microsoft.com/office/officeart/2005/8/layout/hierarchy1"/>
    <dgm:cxn modelId="{9D38D8AB-FBBE-4D74-8DA9-542542BFEDDD}" type="presOf" srcId="{F9B0E0D7-02D7-4AD7-8950-3C0A64594C15}" destId="{73DE23D5-E9D4-4689-9B50-B147EF907E8A}" srcOrd="0" destOrd="0" presId="urn:microsoft.com/office/officeart/2005/8/layout/hierarchy1"/>
    <dgm:cxn modelId="{D8AC0BDE-9624-466F-9142-A8D27B841BF4}" type="presOf" srcId="{761A82F2-80A0-4F5C-BEA7-DB6FDC05115A}" destId="{25B42B45-FD60-4AE4-9414-62571AA76648}" srcOrd="0" destOrd="0" presId="urn:microsoft.com/office/officeart/2005/8/layout/hierarchy1"/>
    <dgm:cxn modelId="{5B591DE2-B556-4C6A-ADC5-C472EFDEA3FB}" type="presParOf" srcId="{5CE6BAFD-6959-419E-8D4D-7D12FAFD192C}" destId="{9459AC4C-3C27-42DD-9EF3-C7AB740FC016}" srcOrd="0" destOrd="0" presId="urn:microsoft.com/office/officeart/2005/8/layout/hierarchy1"/>
    <dgm:cxn modelId="{11DD1493-2550-4446-9B0C-EB8B9FEAD556}" type="presParOf" srcId="{9459AC4C-3C27-42DD-9EF3-C7AB740FC016}" destId="{B068BD87-9E1A-4290-9F52-6A1DA8D511ED}" srcOrd="0" destOrd="0" presId="urn:microsoft.com/office/officeart/2005/8/layout/hierarchy1"/>
    <dgm:cxn modelId="{C63EC9B1-64D0-4348-A006-F42FFABA8831}" type="presParOf" srcId="{B068BD87-9E1A-4290-9F52-6A1DA8D511ED}" destId="{2CDBDE9D-422A-4BAC-B2FD-8D9771EA9213}" srcOrd="0" destOrd="0" presId="urn:microsoft.com/office/officeart/2005/8/layout/hierarchy1"/>
    <dgm:cxn modelId="{65A572E3-E822-43E6-8DC8-AAED7FB44AE0}" type="presParOf" srcId="{B068BD87-9E1A-4290-9F52-6A1DA8D511ED}" destId="{73DE23D5-E9D4-4689-9B50-B147EF907E8A}" srcOrd="1" destOrd="0" presId="urn:microsoft.com/office/officeart/2005/8/layout/hierarchy1"/>
    <dgm:cxn modelId="{59BD7DD9-3D0F-4127-97F6-D8ADFEFB160D}" type="presParOf" srcId="{9459AC4C-3C27-42DD-9EF3-C7AB740FC016}" destId="{DCE2F5DB-4886-4C70-B15C-70A0D653B21B}" srcOrd="1" destOrd="0" presId="urn:microsoft.com/office/officeart/2005/8/layout/hierarchy1"/>
    <dgm:cxn modelId="{67DB3433-99DB-4047-933D-31F898D5DF9E}" type="presParOf" srcId="{5CE6BAFD-6959-419E-8D4D-7D12FAFD192C}" destId="{FDFA6228-D8EE-42E3-87B6-6B5A445C93AD}" srcOrd="1" destOrd="0" presId="urn:microsoft.com/office/officeart/2005/8/layout/hierarchy1"/>
    <dgm:cxn modelId="{E85D7649-DAEB-4209-BDCD-8F07467A2E6F}" type="presParOf" srcId="{FDFA6228-D8EE-42E3-87B6-6B5A445C93AD}" destId="{4EBF467E-B653-4C6A-999D-A5DBA9D831FC}" srcOrd="0" destOrd="0" presId="urn:microsoft.com/office/officeart/2005/8/layout/hierarchy1"/>
    <dgm:cxn modelId="{190DD242-D1AF-47CB-9DEF-AEA8ECF8D910}" type="presParOf" srcId="{4EBF467E-B653-4C6A-999D-A5DBA9D831FC}" destId="{987F4CEC-3FAD-4505-B604-E7D9616BBF59}" srcOrd="0" destOrd="0" presId="urn:microsoft.com/office/officeart/2005/8/layout/hierarchy1"/>
    <dgm:cxn modelId="{D5740109-38E6-4ED0-8C00-A3F790EC9AA4}" type="presParOf" srcId="{4EBF467E-B653-4C6A-999D-A5DBA9D831FC}" destId="{25B42B45-FD60-4AE4-9414-62571AA76648}" srcOrd="1" destOrd="0" presId="urn:microsoft.com/office/officeart/2005/8/layout/hierarchy1"/>
    <dgm:cxn modelId="{C7190DA2-CD84-4EA0-A634-17A4DAB041CB}" type="presParOf" srcId="{FDFA6228-D8EE-42E3-87B6-6B5A445C93AD}" destId="{E4AADC29-A7ED-4C12-8166-42ADA2799E0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D7E21FD-9DFD-4E11-B0AE-F68F259D2183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491C848-DDC3-4991-90DB-9D6BBF94AF40}">
      <dgm:prSet/>
      <dgm:spPr/>
      <dgm:t>
        <a:bodyPr/>
        <a:lstStyle/>
        <a:p>
          <a:r>
            <a:rPr lang="en-US"/>
            <a:t>Amazon hosts millions of product reviews—manual analysis is impractical.</a:t>
          </a:r>
        </a:p>
      </dgm:t>
    </dgm:pt>
    <dgm:pt modelId="{C3628A19-77AF-4C9B-BBEE-ECFFAAC83EDB}" type="parTrans" cxnId="{5A54F8C2-BE40-4EC1-AD5D-EAF37768CE06}">
      <dgm:prSet/>
      <dgm:spPr/>
      <dgm:t>
        <a:bodyPr/>
        <a:lstStyle/>
        <a:p>
          <a:endParaRPr lang="en-US"/>
        </a:p>
      </dgm:t>
    </dgm:pt>
    <dgm:pt modelId="{2F96FB9A-59F8-4DA1-AD0F-49D3BFFADBC5}" type="sibTrans" cxnId="{5A54F8C2-BE40-4EC1-AD5D-EAF37768CE06}">
      <dgm:prSet/>
      <dgm:spPr/>
      <dgm:t>
        <a:bodyPr/>
        <a:lstStyle/>
        <a:p>
          <a:endParaRPr lang="en-US"/>
        </a:p>
      </dgm:t>
    </dgm:pt>
    <dgm:pt modelId="{D6A4BAE2-1157-41B4-8401-A0080099E40D}">
      <dgm:prSet/>
      <dgm:spPr/>
      <dgm:t>
        <a:bodyPr/>
        <a:lstStyle/>
        <a:p>
          <a:r>
            <a:rPr lang="en-US"/>
            <a:t>Negative reviews often highlight key product quality or customer experience issues.</a:t>
          </a:r>
        </a:p>
      </dgm:t>
    </dgm:pt>
    <dgm:pt modelId="{5244BB9F-73EB-44DA-8271-84E29CB0738E}" type="parTrans" cxnId="{5F36492A-384B-40BE-8FDF-99913B941C4A}">
      <dgm:prSet/>
      <dgm:spPr/>
      <dgm:t>
        <a:bodyPr/>
        <a:lstStyle/>
        <a:p>
          <a:endParaRPr lang="en-US"/>
        </a:p>
      </dgm:t>
    </dgm:pt>
    <dgm:pt modelId="{81600381-9DF7-4917-A732-F9A7FCA5BB33}" type="sibTrans" cxnId="{5F36492A-384B-40BE-8FDF-99913B941C4A}">
      <dgm:prSet/>
      <dgm:spPr/>
      <dgm:t>
        <a:bodyPr/>
        <a:lstStyle/>
        <a:p>
          <a:endParaRPr lang="en-US"/>
        </a:p>
      </dgm:t>
    </dgm:pt>
    <dgm:pt modelId="{D9310FE7-5DDC-43DF-994C-80197C16D0A9}">
      <dgm:prSet/>
      <dgm:spPr/>
      <dgm:t>
        <a:bodyPr/>
        <a:lstStyle/>
        <a:p>
          <a:r>
            <a:rPr lang="en-US"/>
            <a:t>The business needs an automated sentiment classification system to quickly extract insights and support data-driven decisions.</a:t>
          </a:r>
        </a:p>
      </dgm:t>
    </dgm:pt>
    <dgm:pt modelId="{F09A13A2-1F1F-45F9-AD76-1669A7C98361}" type="parTrans" cxnId="{3517E718-E369-4EB6-A13B-9A39169287E3}">
      <dgm:prSet/>
      <dgm:spPr/>
      <dgm:t>
        <a:bodyPr/>
        <a:lstStyle/>
        <a:p>
          <a:endParaRPr lang="en-US"/>
        </a:p>
      </dgm:t>
    </dgm:pt>
    <dgm:pt modelId="{FF2C279D-3A20-47EA-AAC6-FA61803515AF}" type="sibTrans" cxnId="{3517E718-E369-4EB6-A13B-9A39169287E3}">
      <dgm:prSet/>
      <dgm:spPr/>
      <dgm:t>
        <a:bodyPr/>
        <a:lstStyle/>
        <a:p>
          <a:endParaRPr lang="en-US"/>
        </a:p>
      </dgm:t>
    </dgm:pt>
    <dgm:pt modelId="{D6193D3C-49CB-4342-A9FD-938E95759E7E}" type="pres">
      <dgm:prSet presAssocID="{FD7E21FD-9DFD-4E11-B0AE-F68F259D2183}" presName="vert0" presStyleCnt="0">
        <dgm:presLayoutVars>
          <dgm:dir/>
          <dgm:animOne val="branch"/>
          <dgm:animLvl val="lvl"/>
        </dgm:presLayoutVars>
      </dgm:prSet>
      <dgm:spPr/>
    </dgm:pt>
    <dgm:pt modelId="{223A13C3-6FA5-4829-BC4C-DCC0DAB0BBA0}" type="pres">
      <dgm:prSet presAssocID="{C491C848-DDC3-4991-90DB-9D6BBF94AF40}" presName="thickLine" presStyleLbl="alignNode1" presStyleIdx="0" presStyleCnt="3"/>
      <dgm:spPr/>
    </dgm:pt>
    <dgm:pt modelId="{64ED02DC-FCB2-4A6D-8335-22C4C9D99FAF}" type="pres">
      <dgm:prSet presAssocID="{C491C848-DDC3-4991-90DB-9D6BBF94AF40}" presName="horz1" presStyleCnt="0"/>
      <dgm:spPr/>
    </dgm:pt>
    <dgm:pt modelId="{85C1CD71-7D4E-460A-BDAA-E1B480A36700}" type="pres">
      <dgm:prSet presAssocID="{C491C848-DDC3-4991-90DB-9D6BBF94AF40}" presName="tx1" presStyleLbl="revTx" presStyleIdx="0" presStyleCnt="3"/>
      <dgm:spPr/>
    </dgm:pt>
    <dgm:pt modelId="{43422DD4-0CE8-4335-A151-FB9283A70235}" type="pres">
      <dgm:prSet presAssocID="{C491C848-DDC3-4991-90DB-9D6BBF94AF40}" presName="vert1" presStyleCnt="0"/>
      <dgm:spPr/>
    </dgm:pt>
    <dgm:pt modelId="{94D39329-FC6D-4C7D-B9B3-AAD3876DEA67}" type="pres">
      <dgm:prSet presAssocID="{D6A4BAE2-1157-41B4-8401-A0080099E40D}" presName="thickLine" presStyleLbl="alignNode1" presStyleIdx="1" presStyleCnt="3"/>
      <dgm:spPr/>
    </dgm:pt>
    <dgm:pt modelId="{A70C402E-11D6-480B-8E9E-ED82E8A32CC6}" type="pres">
      <dgm:prSet presAssocID="{D6A4BAE2-1157-41B4-8401-A0080099E40D}" presName="horz1" presStyleCnt="0"/>
      <dgm:spPr/>
    </dgm:pt>
    <dgm:pt modelId="{6631C009-9232-42CD-BA75-9260A37125D5}" type="pres">
      <dgm:prSet presAssocID="{D6A4BAE2-1157-41B4-8401-A0080099E40D}" presName="tx1" presStyleLbl="revTx" presStyleIdx="1" presStyleCnt="3"/>
      <dgm:spPr/>
    </dgm:pt>
    <dgm:pt modelId="{975F8AC2-AAAD-47C0-B507-C8E562E32614}" type="pres">
      <dgm:prSet presAssocID="{D6A4BAE2-1157-41B4-8401-A0080099E40D}" presName="vert1" presStyleCnt="0"/>
      <dgm:spPr/>
    </dgm:pt>
    <dgm:pt modelId="{FA976BD9-40F0-42F0-BCB7-DA877D09E893}" type="pres">
      <dgm:prSet presAssocID="{D9310FE7-5DDC-43DF-994C-80197C16D0A9}" presName="thickLine" presStyleLbl="alignNode1" presStyleIdx="2" presStyleCnt="3"/>
      <dgm:spPr/>
    </dgm:pt>
    <dgm:pt modelId="{D97DB58E-1806-4A36-B362-A59BF62DB0A5}" type="pres">
      <dgm:prSet presAssocID="{D9310FE7-5DDC-43DF-994C-80197C16D0A9}" presName="horz1" presStyleCnt="0"/>
      <dgm:spPr/>
    </dgm:pt>
    <dgm:pt modelId="{50344173-9602-4ADA-BA68-C2DE4B95F061}" type="pres">
      <dgm:prSet presAssocID="{D9310FE7-5DDC-43DF-994C-80197C16D0A9}" presName="tx1" presStyleLbl="revTx" presStyleIdx="2" presStyleCnt="3"/>
      <dgm:spPr/>
    </dgm:pt>
    <dgm:pt modelId="{2A3AE24E-7AF8-4149-A2FB-3A60EDFF992D}" type="pres">
      <dgm:prSet presAssocID="{D9310FE7-5DDC-43DF-994C-80197C16D0A9}" presName="vert1" presStyleCnt="0"/>
      <dgm:spPr/>
    </dgm:pt>
  </dgm:ptLst>
  <dgm:cxnLst>
    <dgm:cxn modelId="{3517E718-E369-4EB6-A13B-9A39169287E3}" srcId="{FD7E21FD-9DFD-4E11-B0AE-F68F259D2183}" destId="{D9310FE7-5DDC-43DF-994C-80197C16D0A9}" srcOrd="2" destOrd="0" parTransId="{F09A13A2-1F1F-45F9-AD76-1669A7C98361}" sibTransId="{FF2C279D-3A20-47EA-AAC6-FA61803515AF}"/>
    <dgm:cxn modelId="{5F36492A-384B-40BE-8FDF-99913B941C4A}" srcId="{FD7E21FD-9DFD-4E11-B0AE-F68F259D2183}" destId="{D6A4BAE2-1157-41B4-8401-A0080099E40D}" srcOrd="1" destOrd="0" parTransId="{5244BB9F-73EB-44DA-8271-84E29CB0738E}" sibTransId="{81600381-9DF7-4917-A732-F9A7FCA5BB33}"/>
    <dgm:cxn modelId="{077F622E-991C-442A-90E3-09C0CD5C5E30}" type="presOf" srcId="{C491C848-DDC3-4991-90DB-9D6BBF94AF40}" destId="{85C1CD71-7D4E-460A-BDAA-E1B480A36700}" srcOrd="0" destOrd="0" presId="urn:microsoft.com/office/officeart/2008/layout/LinedList"/>
    <dgm:cxn modelId="{A8EEF838-927B-4AE8-B018-C00681863D47}" type="presOf" srcId="{FD7E21FD-9DFD-4E11-B0AE-F68F259D2183}" destId="{D6193D3C-49CB-4342-A9FD-938E95759E7E}" srcOrd="0" destOrd="0" presId="urn:microsoft.com/office/officeart/2008/layout/LinedList"/>
    <dgm:cxn modelId="{76E76297-BD72-4D19-8B1A-7AB63F6F555C}" type="presOf" srcId="{D6A4BAE2-1157-41B4-8401-A0080099E40D}" destId="{6631C009-9232-42CD-BA75-9260A37125D5}" srcOrd="0" destOrd="0" presId="urn:microsoft.com/office/officeart/2008/layout/LinedList"/>
    <dgm:cxn modelId="{5A54F8C2-BE40-4EC1-AD5D-EAF37768CE06}" srcId="{FD7E21FD-9DFD-4E11-B0AE-F68F259D2183}" destId="{C491C848-DDC3-4991-90DB-9D6BBF94AF40}" srcOrd="0" destOrd="0" parTransId="{C3628A19-77AF-4C9B-BBEE-ECFFAAC83EDB}" sibTransId="{2F96FB9A-59F8-4DA1-AD0F-49D3BFFADBC5}"/>
    <dgm:cxn modelId="{2524A8DE-6364-42A2-BDC1-8840985EF2D3}" type="presOf" srcId="{D9310FE7-5DDC-43DF-994C-80197C16D0A9}" destId="{50344173-9602-4ADA-BA68-C2DE4B95F061}" srcOrd="0" destOrd="0" presId="urn:microsoft.com/office/officeart/2008/layout/LinedList"/>
    <dgm:cxn modelId="{647743A8-2088-470D-9077-F22E67F20BFD}" type="presParOf" srcId="{D6193D3C-49CB-4342-A9FD-938E95759E7E}" destId="{223A13C3-6FA5-4829-BC4C-DCC0DAB0BBA0}" srcOrd="0" destOrd="0" presId="urn:microsoft.com/office/officeart/2008/layout/LinedList"/>
    <dgm:cxn modelId="{0E5EC55D-CF6B-44C9-8D29-A7F139A721B6}" type="presParOf" srcId="{D6193D3C-49CB-4342-A9FD-938E95759E7E}" destId="{64ED02DC-FCB2-4A6D-8335-22C4C9D99FAF}" srcOrd="1" destOrd="0" presId="urn:microsoft.com/office/officeart/2008/layout/LinedList"/>
    <dgm:cxn modelId="{5463C5C2-D5BC-46B8-B06C-5DFB31CED9CD}" type="presParOf" srcId="{64ED02DC-FCB2-4A6D-8335-22C4C9D99FAF}" destId="{85C1CD71-7D4E-460A-BDAA-E1B480A36700}" srcOrd="0" destOrd="0" presId="urn:microsoft.com/office/officeart/2008/layout/LinedList"/>
    <dgm:cxn modelId="{DFD07A60-F78D-48E4-82CF-2B5575889EFB}" type="presParOf" srcId="{64ED02DC-FCB2-4A6D-8335-22C4C9D99FAF}" destId="{43422DD4-0CE8-4335-A151-FB9283A70235}" srcOrd="1" destOrd="0" presId="urn:microsoft.com/office/officeart/2008/layout/LinedList"/>
    <dgm:cxn modelId="{2205CABC-6B93-479F-A49E-D31DE8513D8A}" type="presParOf" srcId="{D6193D3C-49CB-4342-A9FD-938E95759E7E}" destId="{94D39329-FC6D-4C7D-B9B3-AAD3876DEA67}" srcOrd="2" destOrd="0" presId="urn:microsoft.com/office/officeart/2008/layout/LinedList"/>
    <dgm:cxn modelId="{F8493FB0-D2AC-4487-AF52-8C23F3C5FA97}" type="presParOf" srcId="{D6193D3C-49CB-4342-A9FD-938E95759E7E}" destId="{A70C402E-11D6-480B-8E9E-ED82E8A32CC6}" srcOrd="3" destOrd="0" presId="urn:microsoft.com/office/officeart/2008/layout/LinedList"/>
    <dgm:cxn modelId="{AC927524-BF80-488E-89B9-34048060F6B5}" type="presParOf" srcId="{A70C402E-11D6-480B-8E9E-ED82E8A32CC6}" destId="{6631C009-9232-42CD-BA75-9260A37125D5}" srcOrd="0" destOrd="0" presId="urn:microsoft.com/office/officeart/2008/layout/LinedList"/>
    <dgm:cxn modelId="{3278DBBF-EFB8-4E87-B27F-53C83E5DE5D8}" type="presParOf" srcId="{A70C402E-11D6-480B-8E9E-ED82E8A32CC6}" destId="{975F8AC2-AAAD-47C0-B507-C8E562E32614}" srcOrd="1" destOrd="0" presId="urn:microsoft.com/office/officeart/2008/layout/LinedList"/>
    <dgm:cxn modelId="{4C3381B1-A80D-41D9-A7EB-B5EDA83317BC}" type="presParOf" srcId="{D6193D3C-49CB-4342-A9FD-938E95759E7E}" destId="{FA976BD9-40F0-42F0-BCB7-DA877D09E893}" srcOrd="4" destOrd="0" presId="urn:microsoft.com/office/officeart/2008/layout/LinedList"/>
    <dgm:cxn modelId="{D09D736B-43D0-4C6D-8EA3-935281BFE46B}" type="presParOf" srcId="{D6193D3C-49CB-4342-A9FD-938E95759E7E}" destId="{D97DB58E-1806-4A36-B362-A59BF62DB0A5}" srcOrd="5" destOrd="0" presId="urn:microsoft.com/office/officeart/2008/layout/LinedList"/>
    <dgm:cxn modelId="{D10E054C-A28C-4B1D-A298-FC7533C24C92}" type="presParOf" srcId="{D97DB58E-1806-4A36-B362-A59BF62DB0A5}" destId="{50344173-9602-4ADA-BA68-C2DE4B95F061}" srcOrd="0" destOrd="0" presId="urn:microsoft.com/office/officeart/2008/layout/LinedList"/>
    <dgm:cxn modelId="{9F043D52-548E-4D16-9F61-12574DCAC765}" type="presParOf" srcId="{D97DB58E-1806-4A36-B362-A59BF62DB0A5}" destId="{2A3AE24E-7AF8-4149-A2FB-3A60EDFF992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3FD74BE-B8B6-4461-A896-BAD6A6011293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D2EB283-3D5C-41CF-B47B-BD9B26CCBF15}">
      <dgm:prSet/>
      <dgm:spPr/>
      <dgm:t>
        <a:bodyPr/>
        <a:lstStyle/>
        <a:p>
          <a:r>
            <a:rPr lang="en-US"/>
            <a:t>Text cleaning</a:t>
          </a:r>
        </a:p>
      </dgm:t>
    </dgm:pt>
    <dgm:pt modelId="{728F8F24-F141-4D57-80DE-9808F0DF037B}" type="parTrans" cxnId="{82995211-8B44-489D-B003-B51E3B60EE9D}">
      <dgm:prSet/>
      <dgm:spPr/>
      <dgm:t>
        <a:bodyPr/>
        <a:lstStyle/>
        <a:p>
          <a:endParaRPr lang="en-US"/>
        </a:p>
      </dgm:t>
    </dgm:pt>
    <dgm:pt modelId="{17A0D511-A000-41D4-9729-C0B0CADC914E}" type="sibTrans" cxnId="{82995211-8B44-489D-B003-B51E3B60EE9D}">
      <dgm:prSet/>
      <dgm:spPr/>
      <dgm:t>
        <a:bodyPr/>
        <a:lstStyle/>
        <a:p>
          <a:endParaRPr lang="en-US"/>
        </a:p>
      </dgm:t>
    </dgm:pt>
    <dgm:pt modelId="{C227E221-C255-446D-948D-9BAA14BE8BBC}">
      <dgm:prSet/>
      <dgm:spPr/>
      <dgm:t>
        <a:bodyPr/>
        <a:lstStyle/>
        <a:p>
          <a:r>
            <a:rPr lang="en-US"/>
            <a:t>Tokenization</a:t>
          </a:r>
        </a:p>
      </dgm:t>
    </dgm:pt>
    <dgm:pt modelId="{3388E1CC-BBFD-44CB-96C7-3652724A21B2}" type="parTrans" cxnId="{8ECA7B11-2004-4264-A4CF-1003373E4474}">
      <dgm:prSet/>
      <dgm:spPr/>
      <dgm:t>
        <a:bodyPr/>
        <a:lstStyle/>
        <a:p>
          <a:endParaRPr lang="en-US"/>
        </a:p>
      </dgm:t>
    </dgm:pt>
    <dgm:pt modelId="{E77CC39B-2DF9-4696-82B4-DFB311CB9377}" type="sibTrans" cxnId="{8ECA7B11-2004-4264-A4CF-1003373E4474}">
      <dgm:prSet/>
      <dgm:spPr/>
      <dgm:t>
        <a:bodyPr/>
        <a:lstStyle/>
        <a:p>
          <a:endParaRPr lang="en-US"/>
        </a:p>
      </dgm:t>
    </dgm:pt>
    <dgm:pt modelId="{A8991D67-BD2B-41C0-A542-87D4C114FA0E}">
      <dgm:prSet/>
      <dgm:spPr/>
      <dgm:t>
        <a:bodyPr/>
        <a:lstStyle/>
        <a:p>
          <a:r>
            <a:rPr lang="en-US"/>
            <a:t>Lemmatization</a:t>
          </a:r>
        </a:p>
      </dgm:t>
    </dgm:pt>
    <dgm:pt modelId="{164BEE9C-8A80-436B-A16E-27BA60D3E363}" type="parTrans" cxnId="{4CB58AE1-B56E-4AA3-B27A-D81ADD739BE2}">
      <dgm:prSet/>
      <dgm:spPr/>
      <dgm:t>
        <a:bodyPr/>
        <a:lstStyle/>
        <a:p>
          <a:endParaRPr lang="en-US"/>
        </a:p>
      </dgm:t>
    </dgm:pt>
    <dgm:pt modelId="{7281FD6D-BC1B-48A5-93F2-2285E22C0EBD}" type="sibTrans" cxnId="{4CB58AE1-B56E-4AA3-B27A-D81ADD739BE2}">
      <dgm:prSet/>
      <dgm:spPr/>
      <dgm:t>
        <a:bodyPr/>
        <a:lstStyle/>
        <a:p>
          <a:endParaRPr lang="en-US"/>
        </a:p>
      </dgm:t>
    </dgm:pt>
    <dgm:pt modelId="{889FF171-FB1E-4B63-8928-C26706276C67}">
      <dgm:prSet/>
      <dgm:spPr/>
      <dgm:t>
        <a:bodyPr/>
        <a:lstStyle/>
        <a:p>
          <a:r>
            <a:rPr lang="en-US"/>
            <a:t>Stopword removal</a:t>
          </a:r>
        </a:p>
      </dgm:t>
    </dgm:pt>
    <dgm:pt modelId="{3D53A382-3BFD-4857-BB04-FC0B356DAF3A}" type="parTrans" cxnId="{315C6D7E-60FD-49EF-8710-1D7C467F27D5}">
      <dgm:prSet/>
      <dgm:spPr/>
      <dgm:t>
        <a:bodyPr/>
        <a:lstStyle/>
        <a:p>
          <a:endParaRPr lang="en-US"/>
        </a:p>
      </dgm:t>
    </dgm:pt>
    <dgm:pt modelId="{51C39EC5-35CD-4FB9-8E16-10C1009C7D36}" type="sibTrans" cxnId="{315C6D7E-60FD-49EF-8710-1D7C467F27D5}">
      <dgm:prSet/>
      <dgm:spPr/>
      <dgm:t>
        <a:bodyPr/>
        <a:lstStyle/>
        <a:p>
          <a:endParaRPr lang="en-US"/>
        </a:p>
      </dgm:t>
    </dgm:pt>
    <dgm:pt modelId="{0E69C737-E63C-4039-93A7-E67D42A0842D}">
      <dgm:prSet/>
      <dgm:spPr/>
      <dgm:t>
        <a:bodyPr/>
        <a:lstStyle/>
        <a:p>
          <a:r>
            <a:rPr lang="en-US"/>
            <a:t>TF-IDF (1–2 grams)</a:t>
          </a:r>
        </a:p>
      </dgm:t>
    </dgm:pt>
    <dgm:pt modelId="{5B6B778A-F666-4A58-8CD2-AB9A45FE45AC}" type="parTrans" cxnId="{D030A620-5515-48B6-B20C-6FD4BC1BA8C5}">
      <dgm:prSet/>
      <dgm:spPr/>
      <dgm:t>
        <a:bodyPr/>
        <a:lstStyle/>
        <a:p>
          <a:endParaRPr lang="en-US"/>
        </a:p>
      </dgm:t>
    </dgm:pt>
    <dgm:pt modelId="{A4FC1CEA-1911-4141-A15C-DEC3166962EB}" type="sibTrans" cxnId="{D030A620-5515-48B6-B20C-6FD4BC1BA8C5}">
      <dgm:prSet/>
      <dgm:spPr/>
      <dgm:t>
        <a:bodyPr/>
        <a:lstStyle/>
        <a:p>
          <a:endParaRPr lang="en-US"/>
        </a:p>
      </dgm:t>
    </dgm:pt>
    <dgm:pt modelId="{AA78B6C0-212D-4C90-A437-DF4726E22D63}" type="pres">
      <dgm:prSet presAssocID="{63FD74BE-B8B6-4461-A896-BAD6A6011293}" presName="vert0" presStyleCnt="0">
        <dgm:presLayoutVars>
          <dgm:dir/>
          <dgm:animOne val="branch"/>
          <dgm:animLvl val="lvl"/>
        </dgm:presLayoutVars>
      </dgm:prSet>
      <dgm:spPr/>
    </dgm:pt>
    <dgm:pt modelId="{01246213-2C47-4156-8F50-27E8D851B3D1}" type="pres">
      <dgm:prSet presAssocID="{3D2EB283-3D5C-41CF-B47B-BD9B26CCBF15}" presName="thickLine" presStyleLbl="alignNode1" presStyleIdx="0" presStyleCnt="5"/>
      <dgm:spPr/>
    </dgm:pt>
    <dgm:pt modelId="{C5C24C80-E9CF-4A16-86BA-803BDB7F88E4}" type="pres">
      <dgm:prSet presAssocID="{3D2EB283-3D5C-41CF-B47B-BD9B26CCBF15}" presName="horz1" presStyleCnt="0"/>
      <dgm:spPr/>
    </dgm:pt>
    <dgm:pt modelId="{B0B7BE01-3D49-456E-8778-B10C46D7C04F}" type="pres">
      <dgm:prSet presAssocID="{3D2EB283-3D5C-41CF-B47B-BD9B26CCBF15}" presName="tx1" presStyleLbl="revTx" presStyleIdx="0" presStyleCnt="5"/>
      <dgm:spPr/>
    </dgm:pt>
    <dgm:pt modelId="{105728C3-0D15-4CE2-85F7-4D4D76FCC6A5}" type="pres">
      <dgm:prSet presAssocID="{3D2EB283-3D5C-41CF-B47B-BD9B26CCBF15}" presName="vert1" presStyleCnt="0"/>
      <dgm:spPr/>
    </dgm:pt>
    <dgm:pt modelId="{6B50F1E6-1B12-45F6-8552-A8DB67462697}" type="pres">
      <dgm:prSet presAssocID="{C227E221-C255-446D-948D-9BAA14BE8BBC}" presName="thickLine" presStyleLbl="alignNode1" presStyleIdx="1" presStyleCnt="5"/>
      <dgm:spPr/>
    </dgm:pt>
    <dgm:pt modelId="{F168853A-9853-48E7-A45B-36FB93D391A6}" type="pres">
      <dgm:prSet presAssocID="{C227E221-C255-446D-948D-9BAA14BE8BBC}" presName="horz1" presStyleCnt="0"/>
      <dgm:spPr/>
    </dgm:pt>
    <dgm:pt modelId="{7C911122-86FC-4F07-A489-844BC665999F}" type="pres">
      <dgm:prSet presAssocID="{C227E221-C255-446D-948D-9BAA14BE8BBC}" presName="tx1" presStyleLbl="revTx" presStyleIdx="1" presStyleCnt="5"/>
      <dgm:spPr/>
    </dgm:pt>
    <dgm:pt modelId="{1096BDD7-777F-4AD6-9708-16168075650E}" type="pres">
      <dgm:prSet presAssocID="{C227E221-C255-446D-948D-9BAA14BE8BBC}" presName="vert1" presStyleCnt="0"/>
      <dgm:spPr/>
    </dgm:pt>
    <dgm:pt modelId="{483C765A-BAC4-45E5-979F-4239EF9B8566}" type="pres">
      <dgm:prSet presAssocID="{A8991D67-BD2B-41C0-A542-87D4C114FA0E}" presName="thickLine" presStyleLbl="alignNode1" presStyleIdx="2" presStyleCnt="5"/>
      <dgm:spPr/>
    </dgm:pt>
    <dgm:pt modelId="{DEDFF011-FB4A-4923-8928-83D0740256D0}" type="pres">
      <dgm:prSet presAssocID="{A8991D67-BD2B-41C0-A542-87D4C114FA0E}" presName="horz1" presStyleCnt="0"/>
      <dgm:spPr/>
    </dgm:pt>
    <dgm:pt modelId="{F202B73A-DF73-473B-ACE4-7CD5C7C47ADC}" type="pres">
      <dgm:prSet presAssocID="{A8991D67-BD2B-41C0-A542-87D4C114FA0E}" presName="tx1" presStyleLbl="revTx" presStyleIdx="2" presStyleCnt="5"/>
      <dgm:spPr/>
    </dgm:pt>
    <dgm:pt modelId="{BB8C1256-4287-4336-97B2-57DBE5F09FBC}" type="pres">
      <dgm:prSet presAssocID="{A8991D67-BD2B-41C0-A542-87D4C114FA0E}" presName="vert1" presStyleCnt="0"/>
      <dgm:spPr/>
    </dgm:pt>
    <dgm:pt modelId="{C12BF850-00D0-447C-ACFA-56828F3AA211}" type="pres">
      <dgm:prSet presAssocID="{889FF171-FB1E-4B63-8928-C26706276C67}" presName="thickLine" presStyleLbl="alignNode1" presStyleIdx="3" presStyleCnt="5"/>
      <dgm:spPr/>
    </dgm:pt>
    <dgm:pt modelId="{6B760F58-0E7D-4B7A-9295-7F1E7814B50F}" type="pres">
      <dgm:prSet presAssocID="{889FF171-FB1E-4B63-8928-C26706276C67}" presName="horz1" presStyleCnt="0"/>
      <dgm:spPr/>
    </dgm:pt>
    <dgm:pt modelId="{ED8F2D8D-0A45-43E2-9E04-F5B5185415AC}" type="pres">
      <dgm:prSet presAssocID="{889FF171-FB1E-4B63-8928-C26706276C67}" presName="tx1" presStyleLbl="revTx" presStyleIdx="3" presStyleCnt="5"/>
      <dgm:spPr/>
    </dgm:pt>
    <dgm:pt modelId="{3D13F48F-36A0-4920-843B-9805C99FD601}" type="pres">
      <dgm:prSet presAssocID="{889FF171-FB1E-4B63-8928-C26706276C67}" presName="vert1" presStyleCnt="0"/>
      <dgm:spPr/>
    </dgm:pt>
    <dgm:pt modelId="{71081908-282C-4A14-93E7-5F7D3F93DC1A}" type="pres">
      <dgm:prSet presAssocID="{0E69C737-E63C-4039-93A7-E67D42A0842D}" presName="thickLine" presStyleLbl="alignNode1" presStyleIdx="4" presStyleCnt="5"/>
      <dgm:spPr/>
    </dgm:pt>
    <dgm:pt modelId="{1197C522-39F8-404E-85D9-8FCCC825DEF6}" type="pres">
      <dgm:prSet presAssocID="{0E69C737-E63C-4039-93A7-E67D42A0842D}" presName="horz1" presStyleCnt="0"/>
      <dgm:spPr/>
    </dgm:pt>
    <dgm:pt modelId="{F005CCAC-2734-4003-BE0F-A10447190BDE}" type="pres">
      <dgm:prSet presAssocID="{0E69C737-E63C-4039-93A7-E67D42A0842D}" presName="tx1" presStyleLbl="revTx" presStyleIdx="4" presStyleCnt="5"/>
      <dgm:spPr/>
    </dgm:pt>
    <dgm:pt modelId="{4C73A230-5531-4900-B1A4-285631217359}" type="pres">
      <dgm:prSet presAssocID="{0E69C737-E63C-4039-93A7-E67D42A0842D}" presName="vert1" presStyleCnt="0"/>
      <dgm:spPr/>
    </dgm:pt>
  </dgm:ptLst>
  <dgm:cxnLst>
    <dgm:cxn modelId="{82995211-8B44-489D-B003-B51E3B60EE9D}" srcId="{63FD74BE-B8B6-4461-A896-BAD6A6011293}" destId="{3D2EB283-3D5C-41CF-B47B-BD9B26CCBF15}" srcOrd="0" destOrd="0" parTransId="{728F8F24-F141-4D57-80DE-9808F0DF037B}" sibTransId="{17A0D511-A000-41D4-9729-C0B0CADC914E}"/>
    <dgm:cxn modelId="{8ECA7B11-2004-4264-A4CF-1003373E4474}" srcId="{63FD74BE-B8B6-4461-A896-BAD6A6011293}" destId="{C227E221-C255-446D-948D-9BAA14BE8BBC}" srcOrd="1" destOrd="0" parTransId="{3388E1CC-BBFD-44CB-96C7-3652724A21B2}" sibTransId="{E77CC39B-2DF9-4696-82B4-DFB311CB9377}"/>
    <dgm:cxn modelId="{D030A620-5515-48B6-B20C-6FD4BC1BA8C5}" srcId="{63FD74BE-B8B6-4461-A896-BAD6A6011293}" destId="{0E69C737-E63C-4039-93A7-E67D42A0842D}" srcOrd="4" destOrd="0" parTransId="{5B6B778A-F666-4A58-8CD2-AB9A45FE45AC}" sibTransId="{A4FC1CEA-1911-4141-A15C-DEC3166962EB}"/>
    <dgm:cxn modelId="{D5C7E85D-19DC-4D0D-BC56-8FEB89CEBFFB}" type="presOf" srcId="{A8991D67-BD2B-41C0-A542-87D4C114FA0E}" destId="{F202B73A-DF73-473B-ACE4-7CD5C7C47ADC}" srcOrd="0" destOrd="0" presId="urn:microsoft.com/office/officeart/2008/layout/LinedList"/>
    <dgm:cxn modelId="{FE792C72-3992-4E9C-94D6-5BE4EFBE8499}" type="presOf" srcId="{C227E221-C255-446D-948D-9BAA14BE8BBC}" destId="{7C911122-86FC-4F07-A489-844BC665999F}" srcOrd="0" destOrd="0" presId="urn:microsoft.com/office/officeart/2008/layout/LinedList"/>
    <dgm:cxn modelId="{315C6D7E-60FD-49EF-8710-1D7C467F27D5}" srcId="{63FD74BE-B8B6-4461-A896-BAD6A6011293}" destId="{889FF171-FB1E-4B63-8928-C26706276C67}" srcOrd="3" destOrd="0" parTransId="{3D53A382-3BFD-4857-BB04-FC0B356DAF3A}" sibTransId="{51C39EC5-35CD-4FB9-8E16-10C1009C7D36}"/>
    <dgm:cxn modelId="{35264E95-846F-4C45-BF11-026CC35F2843}" type="presOf" srcId="{0E69C737-E63C-4039-93A7-E67D42A0842D}" destId="{F005CCAC-2734-4003-BE0F-A10447190BDE}" srcOrd="0" destOrd="0" presId="urn:microsoft.com/office/officeart/2008/layout/LinedList"/>
    <dgm:cxn modelId="{49CEA1A8-879F-48FB-9E9C-A5C83F2288E1}" type="presOf" srcId="{889FF171-FB1E-4B63-8928-C26706276C67}" destId="{ED8F2D8D-0A45-43E2-9E04-F5B5185415AC}" srcOrd="0" destOrd="0" presId="urn:microsoft.com/office/officeart/2008/layout/LinedList"/>
    <dgm:cxn modelId="{5BF0E0DB-8082-4DB6-9601-E5A49717DDDF}" type="presOf" srcId="{3D2EB283-3D5C-41CF-B47B-BD9B26CCBF15}" destId="{B0B7BE01-3D49-456E-8778-B10C46D7C04F}" srcOrd="0" destOrd="0" presId="urn:microsoft.com/office/officeart/2008/layout/LinedList"/>
    <dgm:cxn modelId="{59449DE0-87D4-4AAC-85D1-603461990FE5}" type="presOf" srcId="{63FD74BE-B8B6-4461-A896-BAD6A6011293}" destId="{AA78B6C0-212D-4C90-A437-DF4726E22D63}" srcOrd="0" destOrd="0" presId="urn:microsoft.com/office/officeart/2008/layout/LinedList"/>
    <dgm:cxn modelId="{4CB58AE1-B56E-4AA3-B27A-D81ADD739BE2}" srcId="{63FD74BE-B8B6-4461-A896-BAD6A6011293}" destId="{A8991D67-BD2B-41C0-A542-87D4C114FA0E}" srcOrd="2" destOrd="0" parTransId="{164BEE9C-8A80-436B-A16E-27BA60D3E363}" sibTransId="{7281FD6D-BC1B-48A5-93F2-2285E22C0EBD}"/>
    <dgm:cxn modelId="{E63B426D-4F1D-44AF-A14E-132F746CCEF7}" type="presParOf" srcId="{AA78B6C0-212D-4C90-A437-DF4726E22D63}" destId="{01246213-2C47-4156-8F50-27E8D851B3D1}" srcOrd="0" destOrd="0" presId="urn:microsoft.com/office/officeart/2008/layout/LinedList"/>
    <dgm:cxn modelId="{DB0CE45C-AD2F-4BEA-AE13-19F454727B4D}" type="presParOf" srcId="{AA78B6C0-212D-4C90-A437-DF4726E22D63}" destId="{C5C24C80-E9CF-4A16-86BA-803BDB7F88E4}" srcOrd="1" destOrd="0" presId="urn:microsoft.com/office/officeart/2008/layout/LinedList"/>
    <dgm:cxn modelId="{7DF27F2C-BC61-424E-927D-D7CA0DF84123}" type="presParOf" srcId="{C5C24C80-E9CF-4A16-86BA-803BDB7F88E4}" destId="{B0B7BE01-3D49-456E-8778-B10C46D7C04F}" srcOrd="0" destOrd="0" presId="urn:microsoft.com/office/officeart/2008/layout/LinedList"/>
    <dgm:cxn modelId="{EB9F3DEC-B815-4C6E-8766-FFF4880D2FC7}" type="presParOf" srcId="{C5C24C80-E9CF-4A16-86BA-803BDB7F88E4}" destId="{105728C3-0D15-4CE2-85F7-4D4D76FCC6A5}" srcOrd="1" destOrd="0" presId="urn:microsoft.com/office/officeart/2008/layout/LinedList"/>
    <dgm:cxn modelId="{E2B51B39-D651-44FF-BED4-058010F529F4}" type="presParOf" srcId="{AA78B6C0-212D-4C90-A437-DF4726E22D63}" destId="{6B50F1E6-1B12-45F6-8552-A8DB67462697}" srcOrd="2" destOrd="0" presId="urn:microsoft.com/office/officeart/2008/layout/LinedList"/>
    <dgm:cxn modelId="{95A1B2FB-CE0D-4A6B-B12E-DF2FE1DDD266}" type="presParOf" srcId="{AA78B6C0-212D-4C90-A437-DF4726E22D63}" destId="{F168853A-9853-48E7-A45B-36FB93D391A6}" srcOrd="3" destOrd="0" presId="urn:microsoft.com/office/officeart/2008/layout/LinedList"/>
    <dgm:cxn modelId="{E33CE4FB-530A-4C88-B5F7-8C4B51511BDB}" type="presParOf" srcId="{F168853A-9853-48E7-A45B-36FB93D391A6}" destId="{7C911122-86FC-4F07-A489-844BC665999F}" srcOrd="0" destOrd="0" presId="urn:microsoft.com/office/officeart/2008/layout/LinedList"/>
    <dgm:cxn modelId="{7D1C8344-F4AC-4B5D-9DD5-4FBA53441D78}" type="presParOf" srcId="{F168853A-9853-48E7-A45B-36FB93D391A6}" destId="{1096BDD7-777F-4AD6-9708-16168075650E}" srcOrd="1" destOrd="0" presId="urn:microsoft.com/office/officeart/2008/layout/LinedList"/>
    <dgm:cxn modelId="{80A0CA0A-0719-4459-A70E-C26DECD15960}" type="presParOf" srcId="{AA78B6C0-212D-4C90-A437-DF4726E22D63}" destId="{483C765A-BAC4-45E5-979F-4239EF9B8566}" srcOrd="4" destOrd="0" presId="urn:microsoft.com/office/officeart/2008/layout/LinedList"/>
    <dgm:cxn modelId="{42C0D21F-57F8-4FDF-974A-D4AFE8884AFC}" type="presParOf" srcId="{AA78B6C0-212D-4C90-A437-DF4726E22D63}" destId="{DEDFF011-FB4A-4923-8928-83D0740256D0}" srcOrd="5" destOrd="0" presId="urn:microsoft.com/office/officeart/2008/layout/LinedList"/>
    <dgm:cxn modelId="{EB06FADA-6DA9-4C13-800D-66777F1236DF}" type="presParOf" srcId="{DEDFF011-FB4A-4923-8928-83D0740256D0}" destId="{F202B73A-DF73-473B-ACE4-7CD5C7C47ADC}" srcOrd="0" destOrd="0" presId="urn:microsoft.com/office/officeart/2008/layout/LinedList"/>
    <dgm:cxn modelId="{4C19178E-CF7F-413E-8DAC-BA3A85407E9E}" type="presParOf" srcId="{DEDFF011-FB4A-4923-8928-83D0740256D0}" destId="{BB8C1256-4287-4336-97B2-57DBE5F09FBC}" srcOrd="1" destOrd="0" presId="urn:microsoft.com/office/officeart/2008/layout/LinedList"/>
    <dgm:cxn modelId="{7844CCE5-5CD9-4712-BED0-7F1DA1798A49}" type="presParOf" srcId="{AA78B6C0-212D-4C90-A437-DF4726E22D63}" destId="{C12BF850-00D0-447C-ACFA-56828F3AA211}" srcOrd="6" destOrd="0" presId="urn:microsoft.com/office/officeart/2008/layout/LinedList"/>
    <dgm:cxn modelId="{1ADE0A0B-22D5-4195-9372-4C0599DE9D4F}" type="presParOf" srcId="{AA78B6C0-212D-4C90-A437-DF4726E22D63}" destId="{6B760F58-0E7D-4B7A-9295-7F1E7814B50F}" srcOrd="7" destOrd="0" presId="urn:microsoft.com/office/officeart/2008/layout/LinedList"/>
    <dgm:cxn modelId="{FD860DFD-0F35-42E4-932F-98D7FA3975C9}" type="presParOf" srcId="{6B760F58-0E7D-4B7A-9295-7F1E7814B50F}" destId="{ED8F2D8D-0A45-43E2-9E04-F5B5185415AC}" srcOrd="0" destOrd="0" presId="urn:microsoft.com/office/officeart/2008/layout/LinedList"/>
    <dgm:cxn modelId="{3D81081F-EE52-4F27-B00C-997E1B6AAC3B}" type="presParOf" srcId="{6B760F58-0E7D-4B7A-9295-7F1E7814B50F}" destId="{3D13F48F-36A0-4920-843B-9805C99FD601}" srcOrd="1" destOrd="0" presId="urn:microsoft.com/office/officeart/2008/layout/LinedList"/>
    <dgm:cxn modelId="{8E7747CD-B6E3-45CA-942D-B0D50BCB7E6E}" type="presParOf" srcId="{AA78B6C0-212D-4C90-A437-DF4726E22D63}" destId="{71081908-282C-4A14-93E7-5F7D3F93DC1A}" srcOrd="8" destOrd="0" presId="urn:microsoft.com/office/officeart/2008/layout/LinedList"/>
    <dgm:cxn modelId="{B96F4AE4-57CA-4F35-ADB3-7484BF4877A6}" type="presParOf" srcId="{AA78B6C0-212D-4C90-A437-DF4726E22D63}" destId="{1197C522-39F8-404E-85D9-8FCCC825DEF6}" srcOrd="9" destOrd="0" presId="urn:microsoft.com/office/officeart/2008/layout/LinedList"/>
    <dgm:cxn modelId="{40890D6C-8B79-44E0-9455-3AD882EE1402}" type="presParOf" srcId="{1197C522-39F8-404E-85D9-8FCCC825DEF6}" destId="{F005CCAC-2734-4003-BE0F-A10447190BDE}" srcOrd="0" destOrd="0" presId="urn:microsoft.com/office/officeart/2008/layout/LinedList"/>
    <dgm:cxn modelId="{FBA6C8D6-B3CE-4CA8-9BC8-8BA9159E2386}" type="presParOf" srcId="{1197C522-39F8-404E-85D9-8FCCC825DEF6}" destId="{4C73A230-5531-4900-B1A4-28563121735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9217767-8A42-4396-B370-6167A32D65F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1770CBC-4E61-4DE2-828F-A576C8DEADFA}">
      <dgm:prSet/>
      <dgm:spPr/>
      <dgm:t>
        <a:bodyPr/>
        <a:lstStyle/>
        <a:p>
          <a:r>
            <a:rPr lang="en-US"/>
            <a:t>• Positive reviews dominate the dataset</a:t>
          </a:r>
        </a:p>
      </dgm:t>
    </dgm:pt>
    <dgm:pt modelId="{0CD7C0E1-9C41-4668-B2C1-AC98FFBA09F6}" type="parTrans" cxnId="{BC9AA540-8876-49EB-A434-00B253BE2C29}">
      <dgm:prSet/>
      <dgm:spPr/>
      <dgm:t>
        <a:bodyPr/>
        <a:lstStyle/>
        <a:p>
          <a:endParaRPr lang="en-US"/>
        </a:p>
      </dgm:t>
    </dgm:pt>
    <dgm:pt modelId="{3A906955-CDE3-463A-9098-97EC4DFBEAAD}" type="sibTrans" cxnId="{BC9AA540-8876-49EB-A434-00B253BE2C29}">
      <dgm:prSet/>
      <dgm:spPr/>
      <dgm:t>
        <a:bodyPr/>
        <a:lstStyle/>
        <a:p>
          <a:endParaRPr lang="en-US"/>
        </a:p>
      </dgm:t>
    </dgm:pt>
    <dgm:pt modelId="{0453EEAE-6591-4303-8DF9-5C520B19C1F7}">
      <dgm:prSet/>
      <dgm:spPr/>
      <dgm:t>
        <a:bodyPr/>
        <a:lstStyle/>
        <a:p>
          <a:r>
            <a:rPr lang="en-US"/>
            <a:t>• SMOTE generates synthetic samples for minority classes</a:t>
          </a:r>
        </a:p>
      </dgm:t>
    </dgm:pt>
    <dgm:pt modelId="{4A0A169C-DE78-4FB3-A119-C84EEC98BFF8}" type="parTrans" cxnId="{30F2E066-B234-441C-A61C-FF8CF5DF99D5}">
      <dgm:prSet/>
      <dgm:spPr/>
      <dgm:t>
        <a:bodyPr/>
        <a:lstStyle/>
        <a:p>
          <a:endParaRPr lang="en-US"/>
        </a:p>
      </dgm:t>
    </dgm:pt>
    <dgm:pt modelId="{1D50767A-CE72-4EBE-8D61-20DEB26674B1}" type="sibTrans" cxnId="{30F2E066-B234-441C-A61C-FF8CF5DF99D5}">
      <dgm:prSet/>
      <dgm:spPr/>
      <dgm:t>
        <a:bodyPr/>
        <a:lstStyle/>
        <a:p>
          <a:endParaRPr lang="en-US"/>
        </a:p>
      </dgm:t>
    </dgm:pt>
    <dgm:pt modelId="{F1310BF0-D11C-4C48-B4F3-F21889B3D23C}">
      <dgm:prSet/>
      <dgm:spPr/>
      <dgm:t>
        <a:bodyPr/>
        <a:lstStyle/>
        <a:p>
          <a:r>
            <a:rPr lang="en-US"/>
            <a:t>• Helps model learn negative sentiment patterns</a:t>
          </a:r>
        </a:p>
      </dgm:t>
    </dgm:pt>
    <dgm:pt modelId="{6A5C556C-9F82-43D1-BA65-157C3BCCCA9E}" type="parTrans" cxnId="{A7DC56CF-E792-45AE-9AB2-722418288487}">
      <dgm:prSet/>
      <dgm:spPr/>
      <dgm:t>
        <a:bodyPr/>
        <a:lstStyle/>
        <a:p>
          <a:endParaRPr lang="en-US"/>
        </a:p>
      </dgm:t>
    </dgm:pt>
    <dgm:pt modelId="{91B6349C-D243-426B-A195-3C3818144213}" type="sibTrans" cxnId="{A7DC56CF-E792-45AE-9AB2-722418288487}">
      <dgm:prSet/>
      <dgm:spPr/>
      <dgm:t>
        <a:bodyPr/>
        <a:lstStyle/>
        <a:p>
          <a:endParaRPr lang="en-US"/>
        </a:p>
      </dgm:t>
    </dgm:pt>
    <dgm:pt modelId="{53740496-5EF0-4BC4-85A8-3B0FA959ADA4}" type="pres">
      <dgm:prSet presAssocID="{99217767-8A42-4396-B370-6167A32D65FC}" presName="root" presStyleCnt="0">
        <dgm:presLayoutVars>
          <dgm:dir/>
          <dgm:resizeHandles val="exact"/>
        </dgm:presLayoutVars>
      </dgm:prSet>
      <dgm:spPr/>
    </dgm:pt>
    <dgm:pt modelId="{95F52BA9-B37C-4EC0-9A0F-F3746B4B7664}" type="pres">
      <dgm:prSet presAssocID="{F1770CBC-4E61-4DE2-828F-A576C8DEADFA}" presName="compNode" presStyleCnt="0"/>
      <dgm:spPr/>
    </dgm:pt>
    <dgm:pt modelId="{9E564D62-AEBA-4293-9445-0B6A86FD278B}" type="pres">
      <dgm:prSet presAssocID="{F1770CBC-4E61-4DE2-828F-A576C8DEADFA}" presName="bgRect" presStyleLbl="bgShp" presStyleIdx="0" presStyleCnt="3"/>
      <dgm:spPr/>
    </dgm:pt>
    <dgm:pt modelId="{EAEDF240-CA68-474F-9E66-6CDAF4566A55}" type="pres">
      <dgm:prSet presAssocID="{F1770CBC-4E61-4DE2-828F-A576C8DEADF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55026E8F-ADC2-4ACE-82DA-C1FE06807FBA}" type="pres">
      <dgm:prSet presAssocID="{F1770CBC-4E61-4DE2-828F-A576C8DEADFA}" presName="spaceRect" presStyleCnt="0"/>
      <dgm:spPr/>
    </dgm:pt>
    <dgm:pt modelId="{E59D23A7-30DB-4CC6-BF74-47849044292A}" type="pres">
      <dgm:prSet presAssocID="{F1770CBC-4E61-4DE2-828F-A576C8DEADFA}" presName="parTx" presStyleLbl="revTx" presStyleIdx="0" presStyleCnt="3">
        <dgm:presLayoutVars>
          <dgm:chMax val="0"/>
          <dgm:chPref val="0"/>
        </dgm:presLayoutVars>
      </dgm:prSet>
      <dgm:spPr/>
    </dgm:pt>
    <dgm:pt modelId="{9AA4754B-4541-45F8-AC34-A5F81FB2AE09}" type="pres">
      <dgm:prSet presAssocID="{3A906955-CDE3-463A-9098-97EC4DFBEAAD}" presName="sibTrans" presStyleCnt="0"/>
      <dgm:spPr/>
    </dgm:pt>
    <dgm:pt modelId="{AC656D9B-E68A-49F0-8856-92C0677AFDFF}" type="pres">
      <dgm:prSet presAssocID="{0453EEAE-6591-4303-8DF9-5C520B19C1F7}" presName="compNode" presStyleCnt="0"/>
      <dgm:spPr/>
    </dgm:pt>
    <dgm:pt modelId="{91E85A2E-0F1F-4108-A912-611B2F4AD04E}" type="pres">
      <dgm:prSet presAssocID="{0453EEAE-6591-4303-8DF9-5C520B19C1F7}" presName="bgRect" presStyleLbl="bgShp" presStyleIdx="1" presStyleCnt="3"/>
      <dgm:spPr/>
    </dgm:pt>
    <dgm:pt modelId="{24F37946-6397-45F9-B934-C585913E3BD7}" type="pres">
      <dgm:prSet presAssocID="{0453EEAE-6591-4303-8DF9-5C520B19C1F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t"/>
        </a:ext>
      </dgm:extLst>
    </dgm:pt>
    <dgm:pt modelId="{00CBA852-BD2A-4DB5-B19B-8F2EC87C1EF7}" type="pres">
      <dgm:prSet presAssocID="{0453EEAE-6591-4303-8DF9-5C520B19C1F7}" presName="spaceRect" presStyleCnt="0"/>
      <dgm:spPr/>
    </dgm:pt>
    <dgm:pt modelId="{8164F81C-FDB8-4547-AA8D-F293845C1F71}" type="pres">
      <dgm:prSet presAssocID="{0453EEAE-6591-4303-8DF9-5C520B19C1F7}" presName="parTx" presStyleLbl="revTx" presStyleIdx="1" presStyleCnt="3">
        <dgm:presLayoutVars>
          <dgm:chMax val="0"/>
          <dgm:chPref val="0"/>
        </dgm:presLayoutVars>
      </dgm:prSet>
      <dgm:spPr/>
    </dgm:pt>
    <dgm:pt modelId="{38228C81-0976-4549-9BAB-B2DF7DCE9A67}" type="pres">
      <dgm:prSet presAssocID="{1D50767A-CE72-4EBE-8D61-20DEB26674B1}" presName="sibTrans" presStyleCnt="0"/>
      <dgm:spPr/>
    </dgm:pt>
    <dgm:pt modelId="{BDBD80A9-6193-4190-9EEC-AF54B506EEED}" type="pres">
      <dgm:prSet presAssocID="{F1310BF0-D11C-4C48-B4F3-F21889B3D23C}" presName="compNode" presStyleCnt="0"/>
      <dgm:spPr/>
    </dgm:pt>
    <dgm:pt modelId="{53FBD59C-4CA3-45F3-9674-0547CF4CA256}" type="pres">
      <dgm:prSet presAssocID="{F1310BF0-D11C-4C48-B4F3-F21889B3D23C}" presName="bgRect" presStyleLbl="bgShp" presStyleIdx="2" presStyleCnt="3"/>
      <dgm:spPr/>
    </dgm:pt>
    <dgm:pt modelId="{06701ABA-E210-41E2-ADBB-D5011F7C9C17}" type="pres">
      <dgm:prSet presAssocID="{F1310BF0-D11C-4C48-B4F3-F21889B3D23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iling Face with No Fill"/>
        </a:ext>
      </dgm:extLst>
    </dgm:pt>
    <dgm:pt modelId="{7143964E-0D13-4D50-87EE-975F06F48106}" type="pres">
      <dgm:prSet presAssocID="{F1310BF0-D11C-4C48-B4F3-F21889B3D23C}" presName="spaceRect" presStyleCnt="0"/>
      <dgm:spPr/>
    </dgm:pt>
    <dgm:pt modelId="{FEF45700-492E-43FE-8851-43AEBE0A8B30}" type="pres">
      <dgm:prSet presAssocID="{F1310BF0-D11C-4C48-B4F3-F21889B3D23C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BC9AA540-8876-49EB-A434-00B253BE2C29}" srcId="{99217767-8A42-4396-B370-6167A32D65FC}" destId="{F1770CBC-4E61-4DE2-828F-A576C8DEADFA}" srcOrd="0" destOrd="0" parTransId="{0CD7C0E1-9C41-4668-B2C1-AC98FFBA09F6}" sibTransId="{3A906955-CDE3-463A-9098-97EC4DFBEAAD}"/>
    <dgm:cxn modelId="{DE9F9B44-C223-4639-9171-6E0483882BE0}" type="presOf" srcId="{0453EEAE-6591-4303-8DF9-5C520B19C1F7}" destId="{8164F81C-FDB8-4547-AA8D-F293845C1F71}" srcOrd="0" destOrd="0" presId="urn:microsoft.com/office/officeart/2018/2/layout/IconVerticalSolidList"/>
    <dgm:cxn modelId="{30F2E066-B234-441C-A61C-FF8CF5DF99D5}" srcId="{99217767-8A42-4396-B370-6167A32D65FC}" destId="{0453EEAE-6591-4303-8DF9-5C520B19C1F7}" srcOrd="1" destOrd="0" parTransId="{4A0A169C-DE78-4FB3-A119-C84EEC98BFF8}" sibTransId="{1D50767A-CE72-4EBE-8D61-20DEB26674B1}"/>
    <dgm:cxn modelId="{7533F393-2615-4341-BFE5-0CB50646D245}" type="presOf" srcId="{F1310BF0-D11C-4C48-B4F3-F21889B3D23C}" destId="{FEF45700-492E-43FE-8851-43AEBE0A8B30}" srcOrd="0" destOrd="0" presId="urn:microsoft.com/office/officeart/2018/2/layout/IconVerticalSolidList"/>
    <dgm:cxn modelId="{FD65AAA0-D3F0-4141-A8B9-DCDB7E2D1493}" type="presOf" srcId="{99217767-8A42-4396-B370-6167A32D65FC}" destId="{53740496-5EF0-4BC4-85A8-3B0FA959ADA4}" srcOrd="0" destOrd="0" presId="urn:microsoft.com/office/officeart/2018/2/layout/IconVerticalSolidList"/>
    <dgm:cxn modelId="{A7DC56CF-E792-45AE-9AB2-722418288487}" srcId="{99217767-8A42-4396-B370-6167A32D65FC}" destId="{F1310BF0-D11C-4C48-B4F3-F21889B3D23C}" srcOrd="2" destOrd="0" parTransId="{6A5C556C-9F82-43D1-BA65-157C3BCCCA9E}" sibTransId="{91B6349C-D243-426B-A195-3C3818144213}"/>
    <dgm:cxn modelId="{4F3C51F3-F5D4-458E-8F95-143D68E7575C}" type="presOf" srcId="{F1770CBC-4E61-4DE2-828F-A576C8DEADFA}" destId="{E59D23A7-30DB-4CC6-BF74-47849044292A}" srcOrd="0" destOrd="0" presId="urn:microsoft.com/office/officeart/2018/2/layout/IconVerticalSolidList"/>
    <dgm:cxn modelId="{AAA5939B-87D6-439D-BC3F-552EA2901DF1}" type="presParOf" srcId="{53740496-5EF0-4BC4-85A8-3B0FA959ADA4}" destId="{95F52BA9-B37C-4EC0-9A0F-F3746B4B7664}" srcOrd="0" destOrd="0" presId="urn:microsoft.com/office/officeart/2018/2/layout/IconVerticalSolidList"/>
    <dgm:cxn modelId="{DF454293-7314-442A-B2BA-F00B83CCBA17}" type="presParOf" srcId="{95F52BA9-B37C-4EC0-9A0F-F3746B4B7664}" destId="{9E564D62-AEBA-4293-9445-0B6A86FD278B}" srcOrd="0" destOrd="0" presId="urn:microsoft.com/office/officeart/2018/2/layout/IconVerticalSolidList"/>
    <dgm:cxn modelId="{359ACFCF-5D93-4AC3-8556-6835945EA967}" type="presParOf" srcId="{95F52BA9-B37C-4EC0-9A0F-F3746B4B7664}" destId="{EAEDF240-CA68-474F-9E66-6CDAF4566A55}" srcOrd="1" destOrd="0" presId="urn:microsoft.com/office/officeart/2018/2/layout/IconVerticalSolidList"/>
    <dgm:cxn modelId="{664855EC-4574-40C0-A1B6-3C699B5E1758}" type="presParOf" srcId="{95F52BA9-B37C-4EC0-9A0F-F3746B4B7664}" destId="{55026E8F-ADC2-4ACE-82DA-C1FE06807FBA}" srcOrd="2" destOrd="0" presId="urn:microsoft.com/office/officeart/2018/2/layout/IconVerticalSolidList"/>
    <dgm:cxn modelId="{B8F00804-908A-46D4-BA50-FACD76AEA71C}" type="presParOf" srcId="{95F52BA9-B37C-4EC0-9A0F-F3746B4B7664}" destId="{E59D23A7-30DB-4CC6-BF74-47849044292A}" srcOrd="3" destOrd="0" presId="urn:microsoft.com/office/officeart/2018/2/layout/IconVerticalSolidList"/>
    <dgm:cxn modelId="{CAA7A6E1-60A6-48CC-9A54-BECC4B8EC475}" type="presParOf" srcId="{53740496-5EF0-4BC4-85A8-3B0FA959ADA4}" destId="{9AA4754B-4541-45F8-AC34-A5F81FB2AE09}" srcOrd="1" destOrd="0" presId="urn:microsoft.com/office/officeart/2018/2/layout/IconVerticalSolidList"/>
    <dgm:cxn modelId="{C69B1CF8-B575-4AD5-AAD8-BD4EE2B67E3F}" type="presParOf" srcId="{53740496-5EF0-4BC4-85A8-3B0FA959ADA4}" destId="{AC656D9B-E68A-49F0-8856-92C0677AFDFF}" srcOrd="2" destOrd="0" presId="urn:microsoft.com/office/officeart/2018/2/layout/IconVerticalSolidList"/>
    <dgm:cxn modelId="{9BF14444-6DE5-47FC-8A3A-FFAEFA0C02F9}" type="presParOf" srcId="{AC656D9B-E68A-49F0-8856-92C0677AFDFF}" destId="{91E85A2E-0F1F-4108-A912-611B2F4AD04E}" srcOrd="0" destOrd="0" presId="urn:microsoft.com/office/officeart/2018/2/layout/IconVerticalSolidList"/>
    <dgm:cxn modelId="{87196305-2F7D-4190-B991-EFA32ADE6E62}" type="presParOf" srcId="{AC656D9B-E68A-49F0-8856-92C0677AFDFF}" destId="{24F37946-6397-45F9-B934-C585913E3BD7}" srcOrd="1" destOrd="0" presId="urn:microsoft.com/office/officeart/2018/2/layout/IconVerticalSolidList"/>
    <dgm:cxn modelId="{DD86FA35-195B-4870-84AF-D0F8A323592E}" type="presParOf" srcId="{AC656D9B-E68A-49F0-8856-92C0677AFDFF}" destId="{00CBA852-BD2A-4DB5-B19B-8F2EC87C1EF7}" srcOrd="2" destOrd="0" presId="urn:microsoft.com/office/officeart/2018/2/layout/IconVerticalSolidList"/>
    <dgm:cxn modelId="{257F5352-0E65-466F-90A3-0E11EC9AEF9E}" type="presParOf" srcId="{AC656D9B-E68A-49F0-8856-92C0677AFDFF}" destId="{8164F81C-FDB8-4547-AA8D-F293845C1F71}" srcOrd="3" destOrd="0" presId="urn:microsoft.com/office/officeart/2018/2/layout/IconVerticalSolidList"/>
    <dgm:cxn modelId="{A9F32C08-AD5F-4600-B75C-0E9F4A951C94}" type="presParOf" srcId="{53740496-5EF0-4BC4-85A8-3B0FA959ADA4}" destId="{38228C81-0976-4549-9BAB-B2DF7DCE9A67}" srcOrd="3" destOrd="0" presId="urn:microsoft.com/office/officeart/2018/2/layout/IconVerticalSolidList"/>
    <dgm:cxn modelId="{41B5CFB9-C1AC-430A-B049-60061F00ABCF}" type="presParOf" srcId="{53740496-5EF0-4BC4-85A8-3B0FA959ADA4}" destId="{BDBD80A9-6193-4190-9EEC-AF54B506EEED}" srcOrd="4" destOrd="0" presId="urn:microsoft.com/office/officeart/2018/2/layout/IconVerticalSolidList"/>
    <dgm:cxn modelId="{496787A1-9535-421D-8FA6-0D0DCDC37FA9}" type="presParOf" srcId="{BDBD80A9-6193-4190-9EEC-AF54B506EEED}" destId="{53FBD59C-4CA3-45F3-9674-0547CF4CA256}" srcOrd="0" destOrd="0" presId="urn:microsoft.com/office/officeart/2018/2/layout/IconVerticalSolidList"/>
    <dgm:cxn modelId="{83F6DB0F-8598-475B-935F-44D2474CE152}" type="presParOf" srcId="{BDBD80A9-6193-4190-9EEC-AF54B506EEED}" destId="{06701ABA-E210-41E2-ADBB-D5011F7C9C17}" srcOrd="1" destOrd="0" presId="urn:microsoft.com/office/officeart/2018/2/layout/IconVerticalSolidList"/>
    <dgm:cxn modelId="{8E74B2AA-FDE5-4544-B86E-902CD05577B1}" type="presParOf" srcId="{BDBD80A9-6193-4190-9EEC-AF54B506EEED}" destId="{7143964E-0D13-4D50-87EE-975F06F48106}" srcOrd="2" destOrd="0" presId="urn:microsoft.com/office/officeart/2018/2/layout/IconVerticalSolidList"/>
    <dgm:cxn modelId="{02A6FDE4-0E7B-402B-BE93-772D08B624E1}" type="presParOf" srcId="{BDBD80A9-6193-4190-9EEC-AF54B506EEED}" destId="{FEF45700-492E-43FE-8851-43AEBE0A8B3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059D545-BD77-4503-BC3F-19E6039299D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DEFC2505-8250-4288-B1E1-E2666E011670}">
      <dgm:prSet/>
      <dgm:spPr/>
      <dgm:t>
        <a:bodyPr/>
        <a:lstStyle/>
        <a:p>
          <a:r>
            <a:rPr lang="en-US"/>
            <a:t>• Logistic Regression (Balanced)</a:t>
          </a:r>
        </a:p>
      </dgm:t>
    </dgm:pt>
    <dgm:pt modelId="{4062A852-CA2E-453D-8391-46214FFC2D97}" type="parTrans" cxnId="{21BA32B6-1EFE-49BC-AF8D-19F53137126D}">
      <dgm:prSet/>
      <dgm:spPr/>
      <dgm:t>
        <a:bodyPr/>
        <a:lstStyle/>
        <a:p>
          <a:endParaRPr lang="en-US"/>
        </a:p>
      </dgm:t>
    </dgm:pt>
    <dgm:pt modelId="{0E767E10-2972-43AD-8CE9-038591DE87D8}" type="sibTrans" cxnId="{21BA32B6-1EFE-49BC-AF8D-19F53137126D}">
      <dgm:prSet/>
      <dgm:spPr/>
      <dgm:t>
        <a:bodyPr/>
        <a:lstStyle/>
        <a:p>
          <a:endParaRPr lang="en-US"/>
        </a:p>
      </dgm:t>
    </dgm:pt>
    <dgm:pt modelId="{1BA886BF-791F-4613-824D-671B1EA28F16}">
      <dgm:prSet/>
      <dgm:spPr/>
      <dgm:t>
        <a:bodyPr/>
        <a:lstStyle/>
        <a:p>
          <a:r>
            <a:rPr lang="en-US"/>
            <a:t>• Logistic Regression + SMOTE</a:t>
          </a:r>
        </a:p>
      </dgm:t>
    </dgm:pt>
    <dgm:pt modelId="{E15B4FA2-1E59-4BA4-9B1D-94AF821FC0E1}" type="parTrans" cxnId="{7FF7846B-52DC-42CF-A63F-EBFC2BFF28E7}">
      <dgm:prSet/>
      <dgm:spPr/>
      <dgm:t>
        <a:bodyPr/>
        <a:lstStyle/>
        <a:p>
          <a:endParaRPr lang="en-US"/>
        </a:p>
      </dgm:t>
    </dgm:pt>
    <dgm:pt modelId="{5E338B4B-E377-40C3-89BB-39DF70A9FDB9}" type="sibTrans" cxnId="{7FF7846B-52DC-42CF-A63F-EBFC2BFF28E7}">
      <dgm:prSet/>
      <dgm:spPr/>
      <dgm:t>
        <a:bodyPr/>
        <a:lstStyle/>
        <a:p>
          <a:endParaRPr lang="en-US"/>
        </a:p>
      </dgm:t>
    </dgm:pt>
    <dgm:pt modelId="{C6813032-E337-4129-B30F-A8FD2706D20D}">
      <dgm:prSet/>
      <dgm:spPr/>
      <dgm:t>
        <a:bodyPr/>
        <a:lstStyle/>
        <a:p>
          <a:r>
            <a:rPr lang="en-US"/>
            <a:t>• Linear SVM (Balanced)</a:t>
          </a:r>
        </a:p>
      </dgm:t>
    </dgm:pt>
    <dgm:pt modelId="{49786BCA-EC28-4E45-866A-9713E496DD7C}" type="parTrans" cxnId="{8AAAF1C8-73D1-4AFA-8474-01A99191B56D}">
      <dgm:prSet/>
      <dgm:spPr/>
      <dgm:t>
        <a:bodyPr/>
        <a:lstStyle/>
        <a:p>
          <a:endParaRPr lang="en-US"/>
        </a:p>
      </dgm:t>
    </dgm:pt>
    <dgm:pt modelId="{E0439767-7E45-420B-9DD5-6D025237C027}" type="sibTrans" cxnId="{8AAAF1C8-73D1-4AFA-8474-01A99191B56D}">
      <dgm:prSet/>
      <dgm:spPr/>
      <dgm:t>
        <a:bodyPr/>
        <a:lstStyle/>
        <a:p>
          <a:endParaRPr lang="en-US"/>
        </a:p>
      </dgm:t>
    </dgm:pt>
    <dgm:pt modelId="{1D4C361D-CF65-4ED6-8585-41C41C6ADD73}">
      <dgm:prSet/>
      <dgm:spPr/>
      <dgm:t>
        <a:bodyPr/>
        <a:lstStyle/>
        <a:p>
          <a:r>
            <a:rPr lang="en-US"/>
            <a:t>• Random Forest (and tuned version)</a:t>
          </a:r>
        </a:p>
      </dgm:t>
    </dgm:pt>
    <dgm:pt modelId="{DF0B7115-FAF0-497A-BB92-04D10C5B687E}" type="parTrans" cxnId="{8FAC10DB-87C6-4120-A28C-D3EF18658ED4}">
      <dgm:prSet/>
      <dgm:spPr/>
      <dgm:t>
        <a:bodyPr/>
        <a:lstStyle/>
        <a:p>
          <a:endParaRPr lang="en-US"/>
        </a:p>
      </dgm:t>
    </dgm:pt>
    <dgm:pt modelId="{ACE2D513-1040-47FB-A1F4-1CDAE96163B3}" type="sibTrans" cxnId="{8FAC10DB-87C6-4120-A28C-D3EF18658ED4}">
      <dgm:prSet/>
      <dgm:spPr/>
      <dgm:t>
        <a:bodyPr/>
        <a:lstStyle/>
        <a:p>
          <a:endParaRPr lang="en-US"/>
        </a:p>
      </dgm:t>
    </dgm:pt>
    <dgm:pt modelId="{D291DC88-5D95-45BA-95D6-65F3914FECBE}">
      <dgm:prSet/>
      <dgm:spPr/>
      <dgm:t>
        <a:bodyPr/>
        <a:lstStyle/>
        <a:p>
          <a:r>
            <a:rPr lang="en-US"/>
            <a:t>• Naïve Bayes</a:t>
          </a:r>
        </a:p>
      </dgm:t>
    </dgm:pt>
    <dgm:pt modelId="{5ADC27B3-04CC-413B-B898-037821889118}" type="parTrans" cxnId="{B12714CD-21C5-4730-B0DA-E192F430343C}">
      <dgm:prSet/>
      <dgm:spPr/>
      <dgm:t>
        <a:bodyPr/>
        <a:lstStyle/>
        <a:p>
          <a:endParaRPr lang="en-US"/>
        </a:p>
      </dgm:t>
    </dgm:pt>
    <dgm:pt modelId="{3B7E540A-F0B7-4A8D-BA84-61E42501AB61}" type="sibTrans" cxnId="{B12714CD-21C5-4730-B0DA-E192F430343C}">
      <dgm:prSet/>
      <dgm:spPr/>
      <dgm:t>
        <a:bodyPr/>
        <a:lstStyle/>
        <a:p>
          <a:endParaRPr lang="en-US"/>
        </a:p>
      </dgm:t>
    </dgm:pt>
    <dgm:pt modelId="{513F8EC4-03BA-42EE-8400-4FF2C7101102}" type="pres">
      <dgm:prSet presAssocID="{5059D545-BD77-4503-BC3F-19E6039299DA}" presName="root" presStyleCnt="0">
        <dgm:presLayoutVars>
          <dgm:dir/>
          <dgm:resizeHandles val="exact"/>
        </dgm:presLayoutVars>
      </dgm:prSet>
      <dgm:spPr/>
    </dgm:pt>
    <dgm:pt modelId="{08F8AE36-F7C9-45FF-9920-60C7A843C08C}" type="pres">
      <dgm:prSet presAssocID="{DEFC2505-8250-4288-B1E1-E2666E011670}" presName="compNode" presStyleCnt="0"/>
      <dgm:spPr/>
    </dgm:pt>
    <dgm:pt modelId="{D2532CA1-31FB-4C31-9BA3-B43DDBF2C211}" type="pres">
      <dgm:prSet presAssocID="{DEFC2505-8250-4288-B1E1-E2666E011670}" presName="bgRect" presStyleLbl="bgShp" presStyleIdx="0" presStyleCnt="5"/>
      <dgm:spPr/>
    </dgm:pt>
    <dgm:pt modelId="{900EE8A6-3B96-487C-A77D-D93C24088473}" type="pres">
      <dgm:prSet presAssocID="{DEFC2505-8250-4288-B1E1-E2666E011670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1BE0BB13-18B6-4A73-8D49-067A04AB7608}" type="pres">
      <dgm:prSet presAssocID="{DEFC2505-8250-4288-B1E1-E2666E011670}" presName="spaceRect" presStyleCnt="0"/>
      <dgm:spPr/>
    </dgm:pt>
    <dgm:pt modelId="{92684C60-5547-45CC-BB36-DCFF753BBEFB}" type="pres">
      <dgm:prSet presAssocID="{DEFC2505-8250-4288-B1E1-E2666E011670}" presName="parTx" presStyleLbl="revTx" presStyleIdx="0" presStyleCnt="5">
        <dgm:presLayoutVars>
          <dgm:chMax val="0"/>
          <dgm:chPref val="0"/>
        </dgm:presLayoutVars>
      </dgm:prSet>
      <dgm:spPr/>
    </dgm:pt>
    <dgm:pt modelId="{F0570CE0-2FEE-4890-8195-6C4C46911488}" type="pres">
      <dgm:prSet presAssocID="{0E767E10-2972-43AD-8CE9-038591DE87D8}" presName="sibTrans" presStyleCnt="0"/>
      <dgm:spPr/>
    </dgm:pt>
    <dgm:pt modelId="{357C5A0D-9FF7-475C-89A3-815FE4754C7D}" type="pres">
      <dgm:prSet presAssocID="{1BA886BF-791F-4613-824D-671B1EA28F16}" presName="compNode" presStyleCnt="0"/>
      <dgm:spPr/>
    </dgm:pt>
    <dgm:pt modelId="{B4653AE2-4C42-4025-A006-B29878646C1D}" type="pres">
      <dgm:prSet presAssocID="{1BA886BF-791F-4613-824D-671B1EA28F16}" presName="bgRect" presStyleLbl="bgShp" presStyleIdx="1" presStyleCnt="5"/>
      <dgm:spPr/>
    </dgm:pt>
    <dgm:pt modelId="{8D93FB65-479F-4923-8F1C-B3CB7361C1B1}" type="pres">
      <dgm:prSet presAssocID="{1BA886BF-791F-4613-824D-671B1EA28F16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sentation with Pie Chart"/>
        </a:ext>
      </dgm:extLst>
    </dgm:pt>
    <dgm:pt modelId="{A88F20A2-76FB-49E4-B33C-5E671F782FCD}" type="pres">
      <dgm:prSet presAssocID="{1BA886BF-791F-4613-824D-671B1EA28F16}" presName="spaceRect" presStyleCnt="0"/>
      <dgm:spPr/>
    </dgm:pt>
    <dgm:pt modelId="{A8CAA21F-3D96-42BC-AA95-8FE454F403AF}" type="pres">
      <dgm:prSet presAssocID="{1BA886BF-791F-4613-824D-671B1EA28F16}" presName="parTx" presStyleLbl="revTx" presStyleIdx="1" presStyleCnt="5">
        <dgm:presLayoutVars>
          <dgm:chMax val="0"/>
          <dgm:chPref val="0"/>
        </dgm:presLayoutVars>
      </dgm:prSet>
      <dgm:spPr/>
    </dgm:pt>
    <dgm:pt modelId="{3E6C56ED-B395-4D0F-A440-E3AC48A86A9D}" type="pres">
      <dgm:prSet presAssocID="{5E338B4B-E377-40C3-89BB-39DF70A9FDB9}" presName="sibTrans" presStyleCnt="0"/>
      <dgm:spPr/>
    </dgm:pt>
    <dgm:pt modelId="{2B697D13-9BA1-4E26-B28F-775899C5E601}" type="pres">
      <dgm:prSet presAssocID="{C6813032-E337-4129-B30F-A8FD2706D20D}" presName="compNode" presStyleCnt="0"/>
      <dgm:spPr/>
    </dgm:pt>
    <dgm:pt modelId="{2D65E4E3-4088-4F6E-9515-10E1DD082FBB}" type="pres">
      <dgm:prSet presAssocID="{C6813032-E337-4129-B30F-A8FD2706D20D}" presName="bgRect" presStyleLbl="bgShp" presStyleIdx="2" presStyleCnt="5"/>
      <dgm:spPr/>
    </dgm:pt>
    <dgm:pt modelId="{743891CD-FD70-4380-B1D2-79A81A88C494}" type="pres">
      <dgm:prSet presAssocID="{C6813032-E337-4129-B30F-A8FD2706D20D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idney"/>
        </a:ext>
      </dgm:extLst>
    </dgm:pt>
    <dgm:pt modelId="{71F085EE-5795-4601-A15E-C16F154F7F2C}" type="pres">
      <dgm:prSet presAssocID="{C6813032-E337-4129-B30F-A8FD2706D20D}" presName="spaceRect" presStyleCnt="0"/>
      <dgm:spPr/>
    </dgm:pt>
    <dgm:pt modelId="{8237F8C2-0361-47BA-852B-BBBFFEA0A698}" type="pres">
      <dgm:prSet presAssocID="{C6813032-E337-4129-B30F-A8FD2706D20D}" presName="parTx" presStyleLbl="revTx" presStyleIdx="2" presStyleCnt="5">
        <dgm:presLayoutVars>
          <dgm:chMax val="0"/>
          <dgm:chPref val="0"/>
        </dgm:presLayoutVars>
      </dgm:prSet>
      <dgm:spPr/>
    </dgm:pt>
    <dgm:pt modelId="{235ECA62-287F-4438-9AED-BB5C885F5C84}" type="pres">
      <dgm:prSet presAssocID="{E0439767-7E45-420B-9DD5-6D025237C027}" presName="sibTrans" presStyleCnt="0"/>
      <dgm:spPr/>
    </dgm:pt>
    <dgm:pt modelId="{231B6EAB-FE42-46E8-83E3-B77B9AD68ECB}" type="pres">
      <dgm:prSet presAssocID="{1D4C361D-CF65-4ED6-8585-41C41C6ADD73}" presName="compNode" presStyleCnt="0"/>
      <dgm:spPr/>
    </dgm:pt>
    <dgm:pt modelId="{0FD29913-E433-48C1-B2DC-F4440AFD63CC}" type="pres">
      <dgm:prSet presAssocID="{1D4C361D-CF65-4ED6-8585-41C41C6ADD73}" presName="bgRect" presStyleLbl="bgShp" presStyleIdx="3" presStyleCnt="5"/>
      <dgm:spPr/>
    </dgm:pt>
    <dgm:pt modelId="{0A18EFAF-77C2-49E4-8C84-181C87A936BF}" type="pres">
      <dgm:prSet presAssocID="{1D4C361D-CF65-4ED6-8585-41C41C6ADD73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rest scene"/>
        </a:ext>
      </dgm:extLst>
    </dgm:pt>
    <dgm:pt modelId="{2871CEE1-F55C-404C-93B8-FE63BC0CDB05}" type="pres">
      <dgm:prSet presAssocID="{1D4C361D-CF65-4ED6-8585-41C41C6ADD73}" presName="spaceRect" presStyleCnt="0"/>
      <dgm:spPr/>
    </dgm:pt>
    <dgm:pt modelId="{E01F0281-7210-4F20-8896-1188F046938C}" type="pres">
      <dgm:prSet presAssocID="{1D4C361D-CF65-4ED6-8585-41C41C6ADD73}" presName="parTx" presStyleLbl="revTx" presStyleIdx="3" presStyleCnt="5">
        <dgm:presLayoutVars>
          <dgm:chMax val="0"/>
          <dgm:chPref val="0"/>
        </dgm:presLayoutVars>
      </dgm:prSet>
      <dgm:spPr/>
    </dgm:pt>
    <dgm:pt modelId="{B592F8DD-2EA3-4D74-87B5-36C29DC03816}" type="pres">
      <dgm:prSet presAssocID="{ACE2D513-1040-47FB-A1F4-1CDAE96163B3}" presName="sibTrans" presStyleCnt="0"/>
      <dgm:spPr/>
    </dgm:pt>
    <dgm:pt modelId="{08811273-3358-464A-A0E5-5A302A8F747C}" type="pres">
      <dgm:prSet presAssocID="{D291DC88-5D95-45BA-95D6-65F3914FECBE}" presName="compNode" presStyleCnt="0"/>
      <dgm:spPr/>
    </dgm:pt>
    <dgm:pt modelId="{8CF6B77A-26E2-4EF8-BFC6-12E79FE01CFC}" type="pres">
      <dgm:prSet presAssocID="{D291DC88-5D95-45BA-95D6-65F3914FECBE}" presName="bgRect" presStyleLbl="bgShp" presStyleIdx="4" presStyleCnt="5"/>
      <dgm:spPr/>
    </dgm:pt>
    <dgm:pt modelId="{4831F868-6471-40BB-9908-D7514BB9B7B2}" type="pres">
      <dgm:prSet presAssocID="{D291DC88-5D95-45BA-95D6-65F3914FECBE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1898A93A-B519-480F-BF7B-4C8C524AE514}" type="pres">
      <dgm:prSet presAssocID="{D291DC88-5D95-45BA-95D6-65F3914FECBE}" presName="spaceRect" presStyleCnt="0"/>
      <dgm:spPr/>
    </dgm:pt>
    <dgm:pt modelId="{5D96EDCB-8BEC-467D-B3CD-6AE190255174}" type="pres">
      <dgm:prSet presAssocID="{D291DC88-5D95-45BA-95D6-65F3914FECBE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6B4BF740-57AD-4EB7-9E39-D25AF7D55C6D}" type="presOf" srcId="{5059D545-BD77-4503-BC3F-19E6039299DA}" destId="{513F8EC4-03BA-42EE-8400-4FF2C7101102}" srcOrd="0" destOrd="0" presId="urn:microsoft.com/office/officeart/2018/2/layout/IconVerticalSolidList"/>
    <dgm:cxn modelId="{7FF7846B-52DC-42CF-A63F-EBFC2BFF28E7}" srcId="{5059D545-BD77-4503-BC3F-19E6039299DA}" destId="{1BA886BF-791F-4613-824D-671B1EA28F16}" srcOrd="1" destOrd="0" parTransId="{E15B4FA2-1E59-4BA4-9B1D-94AF821FC0E1}" sibTransId="{5E338B4B-E377-40C3-89BB-39DF70A9FDB9}"/>
    <dgm:cxn modelId="{4BBEB471-3A64-4695-896F-6062A1A209C0}" type="presOf" srcId="{C6813032-E337-4129-B30F-A8FD2706D20D}" destId="{8237F8C2-0361-47BA-852B-BBBFFEA0A698}" srcOrd="0" destOrd="0" presId="urn:microsoft.com/office/officeart/2018/2/layout/IconVerticalSolidList"/>
    <dgm:cxn modelId="{C62F3CA2-CCE4-422B-8C40-731F987C6906}" type="presOf" srcId="{1D4C361D-CF65-4ED6-8585-41C41C6ADD73}" destId="{E01F0281-7210-4F20-8896-1188F046938C}" srcOrd="0" destOrd="0" presId="urn:microsoft.com/office/officeart/2018/2/layout/IconVerticalSolidList"/>
    <dgm:cxn modelId="{E73F71AE-8767-4315-A27F-5D01832CE100}" type="presOf" srcId="{DEFC2505-8250-4288-B1E1-E2666E011670}" destId="{92684C60-5547-45CC-BB36-DCFF753BBEFB}" srcOrd="0" destOrd="0" presId="urn:microsoft.com/office/officeart/2018/2/layout/IconVerticalSolidList"/>
    <dgm:cxn modelId="{21BA32B6-1EFE-49BC-AF8D-19F53137126D}" srcId="{5059D545-BD77-4503-BC3F-19E6039299DA}" destId="{DEFC2505-8250-4288-B1E1-E2666E011670}" srcOrd="0" destOrd="0" parTransId="{4062A852-CA2E-453D-8391-46214FFC2D97}" sibTransId="{0E767E10-2972-43AD-8CE9-038591DE87D8}"/>
    <dgm:cxn modelId="{8AAAF1C8-73D1-4AFA-8474-01A99191B56D}" srcId="{5059D545-BD77-4503-BC3F-19E6039299DA}" destId="{C6813032-E337-4129-B30F-A8FD2706D20D}" srcOrd="2" destOrd="0" parTransId="{49786BCA-EC28-4E45-866A-9713E496DD7C}" sibTransId="{E0439767-7E45-420B-9DD5-6D025237C027}"/>
    <dgm:cxn modelId="{B12714CD-21C5-4730-B0DA-E192F430343C}" srcId="{5059D545-BD77-4503-BC3F-19E6039299DA}" destId="{D291DC88-5D95-45BA-95D6-65F3914FECBE}" srcOrd="4" destOrd="0" parTransId="{5ADC27B3-04CC-413B-B898-037821889118}" sibTransId="{3B7E540A-F0B7-4A8D-BA84-61E42501AB61}"/>
    <dgm:cxn modelId="{5A3BEAD5-188E-467C-96D8-0EEAA2A5AA4B}" type="presOf" srcId="{D291DC88-5D95-45BA-95D6-65F3914FECBE}" destId="{5D96EDCB-8BEC-467D-B3CD-6AE190255174}" srcOrd="0" destOrd="0" presId="urn:microsoft.com/office/officeart/2018/2/layout/IconVerticalSolidList"/>
    <dgm:cxn modelId="{8FAC10DB-87C6-4120-A28C-D3EF18658ED4}" srcId="{5059D545-BD77-4503-BC3F-19E6039299DA}" destId="{1D4C361D-CF65-4ED6-8585-41C41C6ADD73}" srcOrd="3" destOrd="0" parTransId="{DF0B7115-FAF0-497A-BB92-04D10C5B687E}" sibTransId="{ACE2D513-1040-47FB-A1F4-1CDAE96163B3}"/>
    <dgm:cxn modelId="{8668CFE1-5086-4DDD-A82B-594007CEB1D1}" type="presOf" srcId="{1BA886BF-791F-4613-824D-671B1EA28F16}" destId="{A8CAA21F-3D96-42BC-AA95-8FE454F403AF}" srcOrd="0" destOrd="0" presId="urn:microsoft.com/office/officeart/2018/2/layout/IconVerticalSolidList"/>
    <dgm:cxn modelId="{77CA51AF-24D7-4192-989B-DAEA3D4FF64E}" type="presParOf" srcId="{513F8EC4-03BA-42EE-8400-4FF2C7101102}" destId="{08F8AE36-F7C9-45FF-9920-60C7A843C08C}" srcOrd="0" destOrd="0" presId="urn:microsoft.com/office/officeart/2018/2/layout/IconVerticalSolidList"/>
    <dgm:cxn modelId="{0E986831-0AEB-40E4-BB35-07D1BC0BAE57}" type="presParOf" srcId="{08F8AE36-F7C9-45FF-9920-60C7A843C08C}" destId="{D2532CA1-31FB-4C31-9BA3-B43DDBF2C211}" srcOrd="0" destOrd="0" presId="urn:microsoft.com/office/officeart/2018/2/layout/IconVerticalSolidList"/>
    <dgm:cxn modelId="{21B34B64-F214-430F-8562-D67FC80B80CA}" type="presParOf" srcId="{08F8AE36-F7C9-45FF-9920-60C7A843C08C}" destId="{900EE8A6-3B96-487C-A77D-D93C24088473}" srcOrd="1" destOrd="0" presId="urn:microsoft.com/office/officeart/2018/2/layout/IconVerticalSolidList"/>
    <dgm:cxn modelId="{F86BE78A-1B42-4A6A-B8BE-94E405880354}" type="presParOf" srcId="{08F8AE36-F7C9-45FF-9920-60C7A843C08C}" destId="{1BE0BB13-18B6-4A73-8D49-067A04AB7608}" srcOrd="2" destOrd="0" presId="urn:microsoft.com/office/officeart/2018/2/layout/IconVerticalSolidList"/>
    <dgm:cxn modelId="{78578977-3873-4E33-93D9-52400C5472A5}" type="presParOf" srcId="{08F8AE36-F7C9-45FF-9920-60C7A843C08C}" destId="{92684C60-5547-45CC-BB36-DCFF753BBEFB}" srcOrd="3" destOrd="0" presId="urn:microsoft.com/office/officeart/2018/2/layout/IconVerticalSolidList"/>
    <dgm:cxn modelId="{7EF2153F-5644-4CB4-A0CE-98BB3A43DB91}" type="presParOf" srcId="{513F8EC4-03BA-42EE-8400-4FF2C7101102}" destId="{F0570CE0-2FEE-4890-8195-6C4C46911488}" srcOrd="1" destOrd="0" presId="urn:microsoft.com/office/officeart/2018/2/layout/IconVerticalSolidList"/>
    <dgm:cxn modelId="{164F1E6A-5C44-4323-84F8-8FC3D3E2C126}" type="presParOf" srcId="{513F8EC4-03BA-42EE-8400-4FF2C7101102}" destId="{357C5A0D-9FF7-475C-89A3-815FE4754C7D}" srcOrd="2" destOrd="0" presId="urn:microsoft.com/office/officeart/2018/2/layout/IconVerticalSolidList"/>
    <dgm:cxn modelId="{C36F6D10-8E41-4D02-9414-E9EEFE8C72CA}" type="presParOf" srcId="{357C5A0D-9FF7-475C-89A3-815FE4754C7D}" destId="{B4653AE2-4C42-4025-A006-B29878646C1D}" srcOrd="0" destOrd="0" presId="urn:microsoft.com/office/officeart/2018/2/layout/IconVerticalSolidList"/>
    <dgm:cxn modelId="{2EC55D10-A887-4CC8-AFC9-BF95E9A95CCF}" type="presParOf" srcId="{357C5A0D-9FF7-475C-89A3-815FE4754C7D}" destId="{8D93FB65-479F-4923-8F1C-B3CB7361C1B1}" srcOrd="1" destOrd="0" presId="urn:microsoft.com/office/officeart/2018/2/layout/IconVerticalSolidList"/>
    <dgm:cxn modelId="{8E0575ED-569A-4F08-A828-9305C2E2C201}" type="presParOf" srcId="{357C5A0D-9FF7-475C-89A3-815FE4754C7D}" destId="{A88F20A2-76FB-49E4-B33C-5E671F782FCD}" srcOrd="2" destOrd="0" presId="urn:microsoft.com/office/officeart/2018/2/layout/IconVerticalSolidList"/>
    <dgm:cxn modelId="{9C2FE464-1975-416A-8BE3-6C8BC22B46FB}" type="presParOf" srcId="{357C5A0D-9FF7-475C-89A3-815FE4754C7D}" destId="{A8CAA21F-3D96-42BC-AA95-8FE454F403AF}" srcOrd="3" destOrd="0" presId="urn:microsoft.com/office/officeart/2018/2/layout/IconVerticalSolidList"/>
    <dgm:cxn modelId="{DA9F29D3-40D1-4142-BD16-E20E72676BF3}" type="presParOf" srcId="{513F8EC4-03BA-42EE-8400-4FF2C7101102}" destId="{3E6C56ED-B395-4D0F-A440-E3AC48A86A9D}" srcOrd="3" destOrd="0" presId="urn:microsoft.com/office/officeart/2018/2/layout/IconVerticalSolidList"/>
    <dgm:cxn modelId="{EA46197A-9753-41BE-9592-2CF02187D1FC}" type="presParOf" srcId="{513F8EC4-03BA-42EE-8400-4FF2C7101102}" destId="{2B697D13-9BA1-4E26-B28F-775899C5E601}" srcOrd="4" destOrd="0" presId="urn:microsoft.com/office/officeart/2018/2/layout/IconVerticalSolidList"/>
    <dgm:cxn modelId="{FAECF859-5A76-429A-BA89-0810F6061CF8}" type="presParOf" srcId="{2B697D13-9BA1-4E26-B28F-775899C5E601}" destId="{2D65E4E3-4088-4F6E-9515-10E1DD082FBB}" srcOrd="0" destOrd="0" presId="urn:microsoft.com/office/officeart/2018/2/layout/IconVerticalSolidList"/>
    <dgm:cxn modelId="{C7656015-2F75-446F-845D-88EE6EA8A55E}" type="presParOf" srcId="{2B697D13-9BA1-4E26-B28F-775899C5E601}" destId="{743891CD-FD70-4380-B1D2-79A81A88C494}" srcOrd="1" destOrd="0" presId="urn:microsoft.com/office/officeart/2018/2/layout/IconVerticalSolidList"/>
    <dgm:cxn modelId="{3A900302-5DCF-4C77-ACD2-E198D16B8F0E}" type="presParOf" srcId="{2B697D13-9BA1-4E26-B28F-775899C5E601}" destId="{71F085EE-5795-4601-A15E-C16F154F7F2C}" srcOrd="2" destOrd="0" presId="urn:microsoft.com/office/officeart/2018/2/layout/IconVerticalSolidList"/>
    <dgm:cxn modelId="{31F6D23A-724D-4A19-8073-7E56445EA434}" type="presParOf" srcId="{2B697D13-9BA1-4E26-B28F-775899C5E601}" destId="{8237F8C2-0361-47BA-852B-BBBFFEA0A698}" srcOrd="3" destOrd="0" presId="urn:microsoft.com/office/officeart/2018/2/layout/IconVerticalSolidList"/>
    <dgm:cxn modelId="{C5CC4646-24EC-4490-A120-8646DE7B04D9}" type="presParOf" srcId="{513F8EC4-03BA-42EE-8400-4FF2C7101102}" destId="{235ECA62-287F-4438-9AED-BB5C885F5C84}" srcOrd="5" destOrd="0" presId="urn:microsoft.com/office/officeart/2018/2/layout/IconVerticalSolidList"/>
    <dgm:cxn modelId="{887C086F-2F66-4F7F-BE33-E35671B7EF04}" type="presParOf" srcId="{513F8EC4-03BA-42EE-8400-4FF2C7101102}" destId="{231B6EAB-FE42-46E8-83E3-B77B9AD68ECB}" srcOrd="6" destOrd="0" presId="urn:microsoft.com/office/officeart/2018/2/layout/IconVerticalSolidList"/>
    <dgm:cxn modelId="{BCCE0688-58CF-459A-B3AB-F2CC4441FDDD}" type="presParOf" srcId="{231B6EAB-FE42-46E8-83E3-B77B9AD68ECB}" destId="{0FD29913-E433-48C1-B2DC-F4440AFD63CC}" srcOrd="0" destOrd="0" presId="urn:microsoft.com/office/officeart/2018/2/layout/IconVerticalSolidList"/>
    <dgm:cxn modelId="{2AACC941-6D94-4EE5-8C7C-E5EC5B6CBBCB}" type="presParOf" srcId="{231B6EAB-FE42-46E8-83E3-B77B9AD68ECB}" destId="{0A18EFAF-77C2-49E4-8C84-181C87A936BF}" srcOrd="1" destOrd="0" presId="urn:microsoft.com/office/officeart/2018/2/layout/IconVerticalSolidList"/>
    <dgm:cxn modelId="{435DAEFF-4C3E-4FE5-A94A-C446876C153E}" type="presParOf" srcId="{231B6EAB-FE42-46E8-83E3-B77B9AD68ECB}" destId="{2871CEE1-F55C-404C-93B8-FE63BC0CDB05}" srcOrd="2" destOrd="0" presId="urn:microsoft.com/office/officeart/2018/2/layout/IconVerticalSolidList"/>
    <dgm:cxn modelId="{0BCAF3BE-0A4B-4903-B0C4-B2A33EAE9E16}" type="presParOf" srcId="{231B6EAB-FE42-46E8-83E3-B77B9AD68ECB}" destId="{E01F0281-7210-4F20-8896-1188F046938C}" srcOrd="3" destOrd="0" presId="urn:microsoft.com/office/officeart/2018/2/layout/IconVerticalSolidList"/>
    <dgm:cxn modelId="{96A1FD75-F348-416E-8A78-5FB8596B07D3}" type="presParOf" srcId="{513F8EC4-03BA-42EE-8400-4FF2C7101102}" destId="{B592F8DD-2EA3-4D74-87B5-36C29DC03816}" srcOrd="7" destOrd="0" presId="urn:microsoft.com/office/officeart/2018/2/layout/IconVerticalSolidList"/>
    <dgm:cxn modelId="{575F1AEE-616E-43ED-8E0A-0010586AA4E9}" type="presParOf" srcId="{513F8EC4-03BA-42EE-8400-4FF2C7101102}" destId="{08811273-3358-464A-A0E5-5A302A8F747C}" srcOrd="8" destOrd="0" presId="urn:microsoft.com/office/officeart/2018/2/layout/IconVerticalSolidList"/>
    <dgm:cxn modelId="{BD69A29D-020F-44C4-AC66-BB406DED12E8}" type="presParOf" srcId="{08811273-3358-464A-A0E5-5A302A8F747C}" destId="{8CF6B77A-26E2-4EF8-BFC6-12E79FE01CFC}" srcOrd="0" destOrd="0" presId="urn:microsoft.com/office/officeart/2018/2/layout/IconVerticalSolidList"/>
    <dgm:cxn modelId="{90C8E63B-DA93-4CCA-90EB-9A0CEE787C90}" type="presParOf" srcId="{08811273-3358-464A-A0E5-5A302A8F747C}" destId="{4831F868-6471-40BB-9908-D7514BB9B7B2}" srcOrd="1" destOrd="0" presId="urn:microsoft.com/office/officeart/2018/2/layout/IconVerticalSolidList"/>
    <dgm:cxn modelId="{022C79D1-95E2-4151-B84C-27F73EF7E4C1}" type="presParOf" srcId="{08811273-3358-464A-A0E5-5A302A8F747C}" destId="{1898A93A-B519-480F-BF7B-4C8C524AE514}" srcOrd="2" destOrd="0" presId="urn:microsoft.com/office/officeart/2018/2/layout/IconVerticalSolidList"/>
    <dgm:cxn modelId="{C5383E01-17C1-4B36-8CCA-2F6C40CFC7C8}" type="presParOf" srcId="{08811273-3358-464A-A0E5-5A302A8F747C}" destId="{5D96EDCB-8BEC-467D-B3CD-6AE19025517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36A6173-D8A8-4180-BF1A-FBCA164B1E9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5DCDD47B-3070-4AFD-B22F-1AD6062DC478}">
      <dgm:prSet/>
      <dgm:spPr/>
      <dgm:t>
        <a:bodyPr/>
        <a:lstStyle/>
        <a:p>
          <a:r>
            <a:rPr lang="en-US" dirty="0"/>
            <a:t>Dataset heavily imbalanced toward positive sentiment</a:t>
          </a:r>
        </a:p>
      </dgm:t>
    </dgm:pt>
    <dgm:pt modelId="{B131BFF0-9ABC-40E5-91A2-A6E8DAC1F4F6}" type="parTrans" cxnId="{A0388EE7-43F6-4040-B74B-5151DDA44173}">
      <dgm:prSet/>
      <dgm:spPr/>
      <dgm:t>
        <a:bodyPr/>
        <a:lstStyle/>
        <a:p>
          <a:endParaRPr lang="en-US"/>
        </a:p>
      </dgm:t>
    </dgm:pt>
    <dgm:pt modelId="{239A02B1-EFA4-4FDC-A590-5274897FE188}" type="sibTrans" cxnId="{A0388EE7-43F6-4040-B74B-5151DDA44173}">
      <dgm:prSet/>
      <dgm:spPr/>
      <dgm:t>
        <a:bodyPr/>
        <a:lstStyle/>
        <a:p>
          <a:endParaRPr lang="en-US"/>
        </a:p>
      </dgm:t>
    </dgm:pt>
    <dgm:pt modelId="{343A0396-8644-4575-BB49-003ADB9DABBD}">
      <dgm:prSet/>
      <dgm:spPr/>
      <dgm:t>
        <a:bodyPr/>
        <a:lstStyle/>
        <a:p>
          <a:r>
            <a:rPr lang="en-US"/>
            <a:t>Negative reviews often short and urgent</a:t>
          </a:r>
        </a:p>
      </dgm:t>
    </dgm:pt>
    <dgm:pt modelId="{B5D64DED-2506-48CA-8852-ACAFD6B0D2F2}" type="parTrans" cxnId="{198FA150-96E8-499F-B180-4801E23F4725}">
      <dgm:prSet/>
      <dgm:spPr/>
      <dgm:t>
        <a:bodyPr/>
        <a:lstStyle/>
        <a:p>
          <a:endParaRPr lang="en-US"/>
        </a:p>
      </dgm:t>
    </dgm:pt>
    <dgm:pt modelId="{344E3C49-6E2E-4A7C-94D4-08CB652FFABC}" type="sibTrans" cxnId="{198FA150-96E8-499F-B180-4801E23F4725}">
      <dgm:prSet/>
      <dgm:spPr/>
      <dgm:t>
        <a:bodyPr/>
        <a:lstStyle/>
        <a:p>
          <a:endParaRPr lang="en-US"/>
        </a:p>
      </dgm:t>
    </dgm:pt>
    <dgm:pt modelId="{C43FEE8F-4161-431E-B0C7-23194B59ED27}">
      <dgm:prSet/>
      <dgm:spPr/>
      <dgm:t>
        <a:bodyPr/>
        <a:lstStyle/>
        <a:p>
          <a:r>
            <a:rPr lang="en-US"/>
            <a:t>LR + SMOTE offered best balanced performance</a:t>
          </a:r>
        </a:p>
      </dgm:t>
    </dgm:pt>
    <dgm:pt modelId="{8E5E8691-5A0A-4D88-A5DA-7FF0430CC1F2}" type="parTrans" cxnId="{AFC89F37-D2C4-4023-A2F5-FDF523D9066A}">
      <dgm:prSet/>
      <dgm:spPr/>
      <dgm:t>
        <a:bodyPr/>
        <a:lstStyle/>
        <a:p>
          <a:endParaRPr lang="en-US"/>
        </a:p>
      </dgm:t>
    </dgm:pt>
    <dgm:pt modelId="{F18B7AE4-355C-40F2-A3BF-BF8450CC6C44}" type="sibTrans" cxnId="{AFC89F37-D2C4-4023-A2F5-FDF523D9066A}">
      <dgm:prSet/>
      <dgm:spPr/>
      <dgm:t>
        <a:bodyPr/>
        <a:lstStyle/>
        <a:p>
          <a:endParaRPr lang="en-US"/>
        </a:p>
      </dgm:t>
    </dgm:pt>
    <dgm:pt modelId="{7658B116-0750-4CA8-911E-BA4062A4939F}">
      <dgm:prSet/>
      <dgm:spPr/>
      <dgm:t>
        <a:bodyPr/>
        <a:lstStyle/>
        <a:p>
          <a:r>
            <a:rPr lang="en-US"/>
            <a:t>Text length correlates with 'helpful' votes</a:t>
          </a:r>
        </a:p>
      </dgm:t>
    </dgm:pt>
    <dgm:pt modelId="{84E1C651-E8AE-42C5-A917-053F20E74E49}" type="parTrans" cxnId="{44245410-CE69-4B4C-8C5B-0359205E623C}">
      <dgm:prSet/>
      <dgm:spPr/>
      <dgm:t>
        <a:bodyPr/>
        <a:lstStyle/>
        <a:p>
          <a:endParaRPr lang="en-US"/>
        </a:p>
      </dgm:t>
    </dgm:pt>
    <dgm:pt modelId="{DFA9EECF-DABF-4A3A-A8F9-E49777AC22AF}" type="sibTrans" cxnId="{44245410-CE69-4B4C-8C5B-0359205E623C}">
      <dgm:prSet/>
      <dgm:spPr/>
      <dgm:t>
        <a:bodyPr/>
        <a:lstStyle/>
        <a:p>
          <a:endParaRPr lang="en-US"/>
        </a:p>
      </dgm:t>
    </dgm:pt>
    <dgm:pt modelId="{C2674343-E6B5-494B-AEBB-16E994B88E5A}" type="pres">
      <dgm:prSet presAssocID="{C36A6173-D8A8-4180-BF1A-FBCA164B1E97}" presName="root" presStyleCnt="0">
        <dgm:presLayoutVars>
          <dgm:dir/>
          <dgm:resizeHandles val="exact"/>
        </dgm:presLayoutVars>
      </dgm:prSet>
      <dgm:spPr/>
    </dgm:pt>
    <dgm:pt modelId="{51E827E7-35D3-4EE7-8D94-FD9A25CE6C36}" type="pres">
      <dgm:prSet presAssocID="{5DCDD47B-3070-4AFD-B22F-1AD6062DC478}" presName="compNode" presStyleCnt="0"/>
      <dgm:spPr/>
    </dgm:pt>
    <dgm:pt modelId="{97E041B2-F270-4B6A-94DA-2AD8BAECE14B}" type="pres">
      <dgm:prSet presAssocID="{5DCDD47B-3070-4AFD-B22F-1AD6062DC478}" presName="bgRect" presStyleLbl="bgShp" presStyleIdx="0" presStyleCnt="4"/>
      <dgm:spPr/>
    </dgm:pt>
    <dgm:pt modelId="{148B7F9A-0177-4AF3-B6AE-D6ED6F1CBCAB}" type="pres">
      <dgm:prSet presAssocID="{5DCDD47B-3070-4AFD-B22F-1AD6062DC47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122EC514-B627-4AEC-BB22-FB30518E828C}" type="pres">
      <dgm:prSet presAssocID="{5DCDD47B-3070-4AFD-B22F-1AD6062DC478}" presName="spaceRect" presStyleCnt="0"/>
      <dgm:spPr/>
    </dgm:pt>
    <dgm:pt modelId="{F2B26F22-2BBF-45E7-9347-EEBC80B755CA}" type="pres">
      <dgm:prSet presAssocID="{5DCDD47B-3070-4AFD-B22F-1AD6062DC478}" presName="parTx" presStyleLbl="revTx" presStyleIdx="0" presStyleCnt="4">
        <dgm:presLayoutVars>
          <dgm:chMax val="0"/>
          <dgm:chPref val="0"/>
        </dgm:presLayoutVars>
      </dgm:prSet>
      <dgm:spPr/>
    </dgm:pt>
    <dgm:pt modelId="{4E8468FE-56B5-4A4E-9BCE-AC264D7DE17A}" type="pres">
      <dgm:prSet presAssocID="{239A02B1-EFA4-4FDC-A590-5274897FE188}" presName="sibTrans" presStyleCnt="0"/>
      <dgm:spPr/>
    </dgm:pt>
    <dgm:pt modelId="{254988D9-2D07-4005-A98C-358A921E5AC6}" type="pres">
      <dgm:prSet presAssocID="{343A0396-8644-4575-BB49-003ADB9DABBD}" presName="compNode" presStyleCnt="0"/>
      <dgm:spPr/>
    </dgm:pt>
    <dgm:pt modelId="{FCBDB176-B295-445F-A7DD-CD67AD667B75}" type="pres">
      <dgm:prSet presAssocID="{343A0396-8644-4575-BB49-003ADB9DABBD}" presName="bgRect" presStyleLbl="bgShp" presStyleIdx="1" presStyleCnt="4"/>
      <dgm:spPr/>
    </dgm:pt>
    <dgm:pt modelId="{27992263-D2D4-49A1-8747-4549D56A2021}" type="pres">
      <dgm:prSet presAssocID="{343A0396-8644-4575-BB49-003ADB9DABB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9731883E-2025-474E-B850-4988B226702E}" type="pres">
      <dgm:prSet presAssocID="{343A0396-8644-4575-BB49-003ADB9DABBD}" presName="spaceRect" presStyleCnt="0"/>
      <dgm:spPr/>
    </dgm:pt>
    <dgm:pt modelId="{858D96B7-9098-434C-BA0E-E3BD8B43C410}" type="pres">
      <dgm:prSet presAssocID="{343A0396-8644-4575-BB49-003ADB9DABBD}" presName="parTx" presStyleLbl="revTx" presStyleIdx="1" presStyleCnt="4">
        <dgm:presLayoutVars>
          <dgm:chMax val="0"/>
          <dgm:chPref val="0"/>
        </dgm:presLayoutVars>
      </dgm:prSet>
      <dgm:spPr/>
    </dgm:pt>
    <dgm:pt modelId="{8937B35C-D649-4B5A-B541-BE885F58A5C1}" type="pres">
      <dgm:prSet presAssocID="{344E3C49-6E2E-4A7C-94D4-08CB652FFABC}" presName="sibTrans" presStyleCnt="0"/>
      <dgm:spPr/>
    </dgm:pt>
    <dgm:pt modelId="{4211523D-B376-4058-B57A-299720C5AF50}" type="pres">
      <dgm:prSet presAssocID="{C43FEE8F-4161-431E-B0C7-23194B59ED27}" presName="compNode" presStyleCnt="0"/>
      <dgm:spPr/>
    </dgm:pt>
    <dgm:pt modelId="{CA56F553-761D-43E2-8A8B-D36EC0054D3D}" type="pres">
      <dgm:prSet presAssocID="{C43FEE8F-4161-431E-B0C7-23194B59ED27}" presName="bgRect" presStyleLbl="bgShp" presStyleIdx="2" presStyleCnt="4"/>
      <dgm:spPr/>
    </dgm:pt>
    <dgm:pt modelId="{A4CA474C-9FC7-4EDA-B6EE-24A08F72D316}" type="pres">
      <dgm:prSet presAssocID="{C43FEE8F-4161-431E-B0C7-23194B59ED2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AB121C50-B628-4575-B8A1-3226B3316BC5}" type="pres">
      <dgm:prSet presAssocID="{C43FEE8F-4161-431E-B0C7-23194B59ED27}" presName="spaceRect" presStyleCnt="0"/>
      <dgm:spPr/>
    </dgm:pt>
    <dgm:pt modelId="{90A2A355-CA10-4F36-B8A4-5129B7EEF622}" type="pres">
      <dgm:prSet presAssocID="{C43FEE8F-4161-431E-B0C7-23194B59ED27}" presName="parTx" presStyleLbl="revTx" presStyleIdx="2" presStyleCnt="4">
        <dgm:presLayoutVars>
          <dgm:chMax val="0"/>
          <dgm:chPref val="0"/>
        </dgm:presLayoutVars>
      </dgm:prSet>
      <dgm:spPr/>
    </dgm:pt>
    <dgm:pt modelId="{69A03C97-AEA0-4A4D-A262-3B6E12FC53ED}" type="pres">
      <dgm:prSet presAssocID="{F18B7AE4-355C-40F2-A3BF-BF8450CC6C44}" presName="sibTrans" presStyleCnt="0"/>
      <dgm:spPr/>
    </dgm:pt>
    <dgm:pt modelId="{A4A5F89C-5C07-4E8C-A67A-916573CAE42D}" type="pres">
      <dgm:prSet presAssocID="{7658B116-0750-4CA8-911E-BA4062A4939F}" presName="compNode" presStyleCnt="0"/>
      <dgm:spPr/>
    </dgm:pt>
    <dgm:pt modelId="{8840CD1A-352B-497E-A8AE-16106F69779E}" type="pres">
      <dgm:prSet presAssocID="{7658B116-0750-4CA8-911E-BA4062A4939F}" presName="bgRect" presStyleLbl="bgShp" presStyleIdx="3" presStyleCnt="4"/>
      <dgm:spPr/>
    </dgm:pt>
    <dgm:pt modelId="{534B6C93-0C74-4C0B-81BE-B031B8B6275F}" type="pres">
      <dgm:prSet presAssocID="{7658B116-0750-4CA8-911E-BA4062A4939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B27D0644-A858-4277-B289-45CD577F1873}" type="pres">
      <dgm:prSet presAssocID="{7658B116-0750-4CA8-911E-BA4062A4939F}" presName="spaceRect" presStyleCnt="0"/>
      <dgm:spPr/>
    </dgm:pt>
    <dgm:pt modelId="{1914DB1E-4CAB-4561-AF0C-6B4664A9B229}" type="pres">
      <dgm:prSet presAssocID="{7658B116-0750-4CA8-911E-BA4062A4939F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44245410-CE69-4B4C-8C5B-0359205E623C}" srcId="{C36A6173-D8A8-4180-BF1A-FBCA164B1E97}" destId="{7658B116-0750-4CA8-911E-BA4062A4939F}" srcOrd="3" destOrd="0" parTransId="{84E1C651-E8AE-42C5-A917-053F20E74E49}" sibTransId="{DFA9EECF-DABF-4A3A-A8F9-E49777AC22AF}"/>
    <dgm:cxn modelId="{B791D233-9436-448B-A5DB-F3FB98A58137}" type="presOf" srcId="{C36A6173-D8A8-4180-BF1A-FBCA164B1E97}" destId="{C2674343-E6B5-494B-AEBB-16E994B88E5A}" srcOrd="0" destOrd="0" presId="urn:microsoft.com/office/officeart/2018/2/layout/IconVerticalSolidList"/>
    <dgm:cxn modelId="{AFC89F37-D2C4-4023-A2F5-FDF523D9066A}" srcId="{C36A6173-D8A8-4180-BF1A-FBCA164B1E97}" destId="{C43FEE8F-4161-431E-B0C7-23194B59ED27}" srcOrd="2" destOrd="0" parTransId="{8E5E8691-5A0A-4D88-A5DA-7FF0430CC1F2}" sibTransId="{F18B7AE4-355C-40F2-A3BF-BF8450CC6C44}"/>
    <dgm:cxn modelId="{9844A25F-C869-4E34-8267-EC37E6800EF8}" type="presOf" srcId="{5DCDD47B-3070-4AFD-B22F-1AD6062DC478}" destId="{F2B26F22-2BBF-45E7-9347-EEBC80B755CA}" srcOrd="0" destOrd="0" presId="urn:microsoft.com/office/officeart/2018/2/layout/IconVerticalSolidList"/>
    <dgm:cxn modelId="{8862A669-4122-45A7-BB80-64CC15921B4B}" type="presOf" srcId="{343A0396-8644-4575-BB49-003ADB9DABBD}" destId="{858D96B7-9098-434C-BA0E-E3BD8B43C410}" srcOrd="0" destOrd="0" presId="urn:microsoft.com/office/officeart/2018/2/layout/IconVerticalSolidList"/>
    <dgm:cxn modelId="{198FA150-96E8-499F-B180-4801E23F4725}" srcId="{C36A6173-D8A8-4180-BF1A-FBCA164B1E97}" destId="{343A0396-8644-4575-BB49-003ADB9DABBD}" srcOrd="1" destOrd="0" parTransId="{B5D64DED-2506-48CA-8852-ACAFD6B0D2F2}" sibTransId="{344E3C49-6E2E-4A7C-94D4-08CB652FFABC}"/>
    <dgm:cxn modelId="{364AC1AB-2339-4F33-9178-5B7E2C6C63AB}" type="presOf" srcId="{C43FEE8F-4161-431E-B0C7-23194B59ED27}" destId="{90A2A355-CA10-4F36-B8A4-5129B7EEF622}" srcOrd="0" destOrd="0" presId="urn:microsoft.com/office/officeart/2018/2/layout/IconVerticalSolidList"/>
    <dgm:cxn modelId="{A0388EE7-43F6-4040-B74B-5151DDA44173}" srcId="{C36A6173-D8A8-4180-BF1A-FBCA164B1E97}" destId="{5DCDD47B-3070-4AFD-B22F-1AD6062DC478}" srcOrd="0" destOrd="0" parTransId="{B131BFF0-9ABC-40E5-91A2-A6E8DAC1F4F6}" sibTransId="{239A02B1-EFA4-4FDC-A590-5274897FE188}"/>
    <dgm:cxn modelId="{924F5BEB-AF06-47F6-B52F-8E2934D0B896}" type="presOf" srcId="{7658B116-0750-4CA8-911E-BA4062A4939F}" destId="{1914DB1E-4CAB-4561-AF0C-6B4664A9B229}" srcOrd="0" destOrd="0" presId="urn:microsoft.com/office/officeart/2018/2/layout/IconVerticalSolidList"/>
    <dgm:cxn modelId="{CE9AEE06-3CB8-4A74-A156-6524890849DB}" type="presParOf" srcId="{C2674343-E6B5-494B-AEBB-16E994B88E5A}" destId="{51E827E7-35D3-4EE7-8D94-FD9A25CE6C36}" srcOrd="0" destOrd="0" presId="urn:microsoft.com/office/officeart/2018/2/layout/IconVerticalSolidList"/>
    <dgm:cxn modelId="{04E8426C-BA10-435B-BFD4-9B195C8115AC}" type="presParOf" srcId="{51E827E7-35D3-4EE7-8D94-FD9A25CE6C36}" destId="{97E041B2-F270-4B6A-94DA-2AD8BAECE14B}" srcOrd="0" destOrd="0" presId="urn:microsoft.com/office/officeart/2018/2/layout/IconVerticalSolidList"/>
    <dgm:cxn modelId="{8A57661E-8894-44A1-A3A6-FBB0F4294C40}" type="presParOf" srcId="{51E827E7-35D3-4EE7-8D94-FD9A25CE6C36}" destId="{148B7F9A-0177-4AF3-B6AE-D6ED6F1CBCAB}" srcOrd="1" destOrd="0" presId="urn:microsoft.com/office/officeart/2018/2/layout/IconVerticalSolidList"/>
    <dgm:cxn modelId="{A0AC848C-A7C7-47DB-9295-1EA9420C4277}" type="presParOf" srcId="{51E827E7-35D3-4EE7-8D94-FD9A25CE6C36}" destId="{122EC514-B627-4AEC-BB22-FB30518E828C}" srcOrd="2" destOrd="0" presId="urn:microsoft.com/office/officeart/2018/2/layout/IconVerticalSolidList"/>
    <dgm:cxn modelId="{046BA2A2-31F9-44AA-A56F-64DE2906AB61}" type="presParOf" srcId="{51E827E7-35D3-4EE7-8D94-FD9A25CE6C36}" destId="{F2B26F22-2BBF-45E7-9347-EEBC80B755CA}" srcOrd="3" destOrd="0" presId="urn:microsoft.com/office/officeart/2018/2/layout/IconVerticalSolidList"/>
    <dgm:cxn modelId="{D4056BA5-63BE-472D-8F7D-BB61EA9329B8}" type="presParOf" srcId="{C2674343-E6B5-494B-AEBB-16E994B88E5A}" destId="{4E8468FE-56B5-4A4E-9BCE-AC264D7DE17A}" srcOrd="1" destOrd="0" presId="urn:microsoft.com/office/officeart/2018/2/layout/IconVerticalSolidList"/>
    <dgm:cxn modelId="{99379C23-A266-456F-A812-2DC8A91C303E}" type="presParOf" srcId="{C2674343-E6B5-494B-AEBB-16E994B88E5A}" destId="{254988D9-2D07-4005-A98C-358A921E5AC6}" srcOrd="2" destOrd="0" presId="urn:microsoft.com/office/officeart/2018/2/layout/IconVerticalSolidList"/>
    <dgm:cxn modelId="{5341E4DF-B0F0-4A81-9185-23030974F8F3}" type="presParOf" srcId="{254988D9-2D07-4005-A98C-358A921E5AC6}" destId="{FCBDB176-B295-445F-A7DD-CD67AD667B75}" srcOrd="0" destOrd="0" presId="urn:microsoft.com/office/officeart/2018/2/layout/IconVerticalSolidList"/>
    <dgm:cxn modelId="{4CD6EA8F-0187-45C8-BE58-B437F34AB23F}" type="presParOf" srcId="{254988D9-2D07-4005-A98C-358A921E5AC6}" destId="{27992263-D2D4-49A1-8747-4549D56A2021}" srcOrd="1" destOrd="0" presId="urn:microsoft.com/office/officeart/2018/2/layout/IconVerticalSolidList"/>
    <dgm:cxn modelId="{746E30C9-D850-4169-B0B1-DB1E780F4DCD}" type="presParOf" srcId="{254988D9-2D07-4005-A98C-358A921E5AC6}" destId="{9731883E-2025-474E-B850-4988B226702E}" srcOrd="2" destOrd="0" presId="urn:microsoft.com/office/officeart/2018/2/layout/IconVerticalSolidList"/>
    <dgm:cxn modelId="{38685DD0-C22A-4555-A660-15C96B794F89}" type="presParOf" srcId="{254988D9-2D07-4005-A98C-358A921E5AC6}" destId="{858D96B7-9098-434C-BA0E-E3BD8B43C410}" srcOrd="3" destOrd="0" presId="urn:microsoft.com/office/officeart/2018/2/layout/IconVerticalSolidList"/>
    <dgm:cxn modelId="{C7562084-1CD3-41D3-8056-3374F7459CF3}" type="presParOf" srcId="{C2674343-E6B5-494B-AEBB-16E994B88E5A}" destId="{8937B35C-D649-4B5A-B541-BE885F58A5C1}" srcOrd="3" destOrd="0" presId="urn:microsoft.com/office/officeart/2018/2/layout/IconVerticalSolidList"/>
    <dgm:cxn modelId="{D60AFB8B-2D72-46B6-96FD-79C35A332DA2}" type="presParOf" srcId="{C2674343-E6B5-494B-AEBB-16E994B88E5A}" destId="{4211523D-B376-4058-B57A-299720C5AF50}" srcOrd="4" destOrd="0" presId="urn:microsoft.com/office/officeart/2018/2/layout/IconVerticalSolidList"/>
    <dgm:cxn modelId="{512F6D9E-E118-45BA-85E6-D015CE593236}" type="presParOf" srcId="{4211523D-B376-4058-B57A-299720C5AF50}" destId="{CA56F553-761D-43E2-8A8B-D36EC0054D3D}" srcOrd="0" destOrd="0" presId="urn:microsoft.com/office/officeart/2018/2/layout/IconVerticalSolidList"/>
    <dgm:cxn modelId="{8C75CAEE-E72D-4EE8-A0A9-67B2457583D7}" type="presParOf" srcId="{4211523D-B376-4058-B57A-299720C5AF50}" destId="{A4CA474C-9FC7-4EDA-B6EE-24A08F72D316}" srcOrd="1" destOrd="0" presId="urn:microsoft.com/office/officeart/2018/2/layout/IconVerticalSolidList"/>
    <dgm:cxn modelId="{DF91AE7E-D41A-40FB-82BF-DF9B6D53E6C3}" type="presParOf" srcId="{4211523D-B376-4058-B57A-299720C5AF50}" destId="{AB121C50-B628-4575-B8A1-3226B3316BC5}" srcOrd="2" destOrd="0" presId="urn:microsoft.com/office/officeart/2018/2/layout/IconVerticalSolidList"/>
    <dgm:cxn modelId="{9EE579FD-7F1C-41CC-BB4D-FDBE1FCB6E07}" type="presParOf" srcId="{4211523D-B376-4058-B57A-299720C5AF50}" destId="{90A2A355-CA10-4F36-B8A4-5129B7EEF622}" srcOrd="3" destOrd="0" presId="urn:microsoft.com/office/officeart/2018/2/layout/IconVerticalSolidList"/>
    <dgm:cxn modelId="{1DD9BA7C-7B32-4DFC-8F69-5A3448566B3F}" type="presParOf" srcId="{C2674343-E6B5-494B-AEBB-16E994B88E5A}" destId="{69A03C97-AEA0-4A4D-A262-3B6E12FC53ED}" srcOrd="5" destOrd="0" presId="urn:microsoft.com/office/officeart/2018/2/layout/IconVerticalSolidList"/>
    <dgm:cxn modelId="{77ECBA0A-1D37-470C-9068-5D190BDF6880}" type="presParOf" srcId="{C2674343-E6B5-494B-AEBB-16E994B88E5A}" destId="{A4A5F89C-5C07-4E8C-A67A-916573CAE42D}" srcOrd="6" destOrd="0" presId="urn:microsoft.com/office/officeart/2018/2/layout/IconVerticalSolidList"/>
    <dgm:cxn modelId="{90DBE609-11B7-47F8-9061-B3306DBB2339}" type="presParOf" srcId="{A4A5F89C-5C07-4E8C-A67A-916573CAE42D}" destId="{8840CD1A-352B-497E-A8AE-16106F69779E}" srcOrd="0" destOrd="0" presId="urn:microsoft.com/office/officeart/2018/2/layout/IconVerticalSolidList"/>
    <dgm:cxn modelId="{31B2B4DF-4E7F-453C-BA14-C8E84530D89A}" type="presParOf" srcId="{A4A5F89C-5C07-4E8C-A67A-916573CAE42D}" destId="{534B6C93-0C74-4C0B-81BE-B031B8B6275F}" srcOrd="1" destOrd="0" presId="urn:microsoft.com/office/officeart/2018/2/layout/IconVerticalSolidList"/>
    <dgm:cxn modelId="{1ECC190D-402C-4FAB-A4BC-E3EFBD74B7E8}" type="presParOf" srcId="{A4A5F89C-5C07-4E8C-A67A-916573CAE42D}" destId="{B27D0644-A858-4277-B289-45CD577F1873}" srcOrd="2" destOrd="0" presId="urn:microsoft.com/office/officeart/2018/2/layout/IconVerticalSolidList"/>
    <dgm:cxn modelId="{9B09D775-5041-4357-A2E6-BC2A94FFE218}" type="presParOf" srcId="{A4A5F89C-5C07-4E8C-A67A-916573CAE42D}" destId="{1914DB1E-4CAB-4561-AF0C-6B4664A9B22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DFD8AB4-4405-4BB1-8203-C215DADE0D54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C5EF068-5D55-4F48-87C3-F1A36B592813}">
      <dgm:prSet/>
      <dgm:spPr/>
      <dgm:t>
        <a:bodyPr/>
        <a:lstStyle/>
        <a:p>
          <a:r>
            <a:rPr lang="en-US"/>
            <a:t>1. Implement automated review monitoring</a:t>
          </a:r>
        </a:p>
      </dgm:t>
    </dgm:pt>
    <dgm:pt modelId="{E18CA643-CA4F-4498-8E8D-ABBF72068817}" type="parTrans" cxnId="{FAC03EDA-58FE-4353-B041-E8D2638102B9}">
      <dgm:prSet/>
      <dgm:spPr/>
      <dgm:t>
        <a:bodyPr/>
        <a:lstStyle/>
        <a:p>
          <a:endParaRPr lang="en-US"/>
        </a:p>
      </dgm:t>
    </dgm:pt>
    <dgm:pt modelId="{B8E63162-3938-4783-9633-1DB995BC2DCF}" type="sibTrans" cxnId="{FAC03EDA-58FE-4353-B041-E8D2638102B9}">
      <dgm:prSet/>
      <dgm:spPr/>
      <dgm:t>
        <a:bodyPr/>
        <a:lstStyle/>
        <a:p>
          <a:endParaRPr lang="en-US"/>
        </a:p>
      </dgm:t>
    </dgm:pt>
    <dgm:pt modelId="{B4DD4A84-E485-443D-B5F1-5244CC854E4D}">
      <dgm:prSet/>
      <dgm:spPr/>
      <dgm:t>
        <a:bodyPr/>
        <a:lstStyle/>
        <a:p>
          <a:r>
            <a:rPr lang="en-US"/>
            <a:t>2. Investigate recurring negative-review terms for product improvement</a:t>
          </a:r>
        </a:p>
      </dgm:t>
    </dgm:pt>
    <dgm:pt modelId="{59FA61F1-049F-4821-B0DC-EE9C91DF07B4}" type="parTrans" cxnId="{0FA42808-70F3-41C0-9399-366B5E2924CC}">
      <dgm:prSet/>
      <dgm:spPr/>
      <dgm:t>
        <a:bodyPr/>
        <a:lstStyle/>
        <a:p>
          <a:endParaRPr lang="en-US"/>
        </a:p>
      </dgm:t>
    </dgm:pt>
    <dgm:pt modelId="{C2D9552D-9D54-4205-BBFE-0EDA2859FBA4}" type="sibTrans" cxnId="{0FA42808-70F3-41C0-9399-366B5E2924CC}">
      <dgm:prSet/>
      <dgm:spPr/>
      <dgm:t>
        <a:bodyPr/>
        <a:lstStyle/>
        <a:p>
          <a:endParaRPr lang="en-US"/>
        </a:p>
      </dgm:t>
    </dgm:pt>
    <dgm:pt modelId="{4448F3E7-01CE-4134-9987-F7F473033187}">
      <dgm:prSet/>
      <dgm:spPr/>
      <dgm:t>
        <a:bodyPr/>
        <a:lstStyle/>
        <a:p>
          <a:r>
            <a:rPr lang="en-US"/>
            <a:t>3. Route potential negative experiences to support teams quickly</a:t>
          </a:r>
        </a:p>
      </dgm:t>
    </dgm:pt>
    <dgm:pt modelId="{62D5AC89-636C-43E8-A4AD-A113CCB532C6}" type="parTrans" cxnId="{8B1C6121-A7DB-4510-AC20-48E1E3A6DC3A}">
      <dgm:prSet/>
      <dgm:spPr/>
      <dgm:t>
        <a:bodyPr/>
        <a:lstStyle/>
        <a:p>
          <a:endParaRPr lang="en-US"/>
        </a:p>
      </dgm:t>
    </dgm:pt>
    <dgm:pt modelId="{2FAFEAD5-73DB-4E8E-9437-562BB22C1E4C}" type="sibTrans" cxnId="{8B1C6121-A7DB-4510-AC20-48E1E3A6DC3A}">
      <dgm:prSet/>
      <dgm:spPr/>
      <dgm:t>
        <a:bodyPr/>
        <a:lstStyle/>
        <a:p>
          <a:endParaRPr lang="en-US"/>
        </a:p>
      </dgm:t>
    </dgm:pt>
    <dgm:pt modelId="{A75A1163-B79D-4DE2-9286-C9E2BC2E9404}" type="pres">
      <dgm:prSet presAssocID="{FDFD8AB4-4405-4BB1-8203-C215DADE0D54}" presName="Name0" presStyleCnt="0">
        <dgm:presLayoutVars>
          <dgm:dir/>
          <dgm:resizeHandles val="exact"/>
        </dgm:presLayoutVars>
      </dgm:prSet>
      <dgm:spPr/>
    </dgm:pt>
    <dgm:pt modelId="{2C450F42-5653-40DE-86A7-28A7B056FE61}" type="pres">
      <dgm:prSet presAssocID="{DC5EF068-5D55-4F48-87C3-F1A36B592813}" presName="node" presStyleLbl="node1" presStyleIdx="0" presStyleCnt="3">
        <dgm:presLayoutVars>
          <dgm:bulletEnabled val="1"/>
        </dgm:presLayoutVars>
      </dgm:prSet>
      <dgm:spPr/>
    </dgm:pt>
    <dgm:pt modelId="{67FDEEEF-024F-4FC2-801D-C4F7348C375D}" type="pres">
      <dgm:prSet presAssocID="{B8E63162-3938-4783-9633-1DB995BC2DCF}" presName="sibTrans" presStyleLbl="sibTrans1D1" presStyleIdx="0" presStyleCnt="2"/>
      <dgm:spPr/>
    </dgm:pt>
    <dgm:pt modelId="{0A26681F-EA56-480E-A060-B728E7DBC3BC}" type="pres">
      <dgm:prSet presAssocID="{B8E63162-3938-4783-9633-1DB995BC2DCF}" presName="connectorText" presStyleLbl="sibTrans1D1" presStyleIdx="0" presStyleCnt="2"/>
      <dgm:spPr/>
    </dgm:pt>
    <dgm:pt modelId="{422EFCF1-0A95-45C3-A433-ED12C83AAFA7}" type="pres">
      <dgm:prSet presAssocID="{B4DD4A84-E485-443D-B5F1-5244CC854E4D}" presName="node" presStyleLbl="node1" presStyleIdx="1" presStyleCnt="3">
        <dgm:presLayoutVars>
          <dgm:bulletEnabled val="1"/>
        </dgm:presLayoutVars>
      </dgm:prSet>
      <dgm:spPr/>
    </dgm:pt>
    <dgm:pt modelId="{A2ED4C67-126B-4A8F-BA3B-C7ED120BE38B}" type="pres">
      <dgm:prSet presAssocID="{C2D9552D-9D54-4205-BBFE-0EDA2859FBA4}" presName="sibTrans" presStyleLbl="sibTrans1D1" presStyleIdx="1" presStyleCnt="2"/>
      <dgm:spPr/>
    </dgm:pt>
    <dgm:pt modelId="{EC76D94F-3DDA-415B-AC8E-B8459CBA1B70}" type="pres">
      <dgm:prSet presAssocID="{C2D9552D-9D54-4205-BBFE-0EDA2859FBA4}" presName="connectorText" presStyleLbl="sibTrans1D1" presStyleIdx="1" presStyleCnt="2"/>
      <dgm:spPr/>
    </dgm:pt>
    <dgm:pt modelId="{0E961A86-89AF-47A5-BF46-A4858C2ACF3E}" type="pres">
      <dgm:prSet presAssocID="{4448F3E7-01CE-4134-9987-F7F473033187}" presName="node" presStyleLbl="node1" presStyleIdx="2" presStyleCnt="3">
        <dgm:presLayoutVars>
          <dgm:bulletEnabled val="1"/>
        </dgm:presLayoutVars>
      </dgm:prSet>
      <dgm:spPr/>
    </dgm:pt>
  </dgm:ptLst>
  <dgm:cxnLst>
    <dgm:cxn modelId="{992CDD01-2877-48A7-99A5-55249149E473}" type="presOf" srcId="{DC5EF068-5D55-4F48-87C3-F1A36B592813}" destId="{2C450F42-5653-40DE-86A7-28A7B056FE61}" srcOrd="0" destOrd="0" presId="urn:microsoft.com/office/officeart/2016/7/layout/RepeatingBendingProcessNew"/>
    <dgm:cxn modelId="{0FA42808-70F3-41C0-9399-366B5E2924CC}" srcId="{FDFD8AB4-4405-4BB1-8203-C215DADE0D54}" destId="{B4DD4A84-E485-443D-B5F1-5244CC854E4D}" srcOrd="1" destOrd="0" parTransId="{59FA61F1-049F-4821-B0DC-EE9C91DF07B4}" sibTransId="{C2D9552D-9D54-4205-BBFE-0EDA2859FBA4}"/>
    <dgm:cxn modelId="{8B1C6121-A7DB-4510-AC20-48E1E3A6DC3A}" srcId="{FDFD8AB4-4405-4BB1-8203-C215DADE0D54}" destId="{4448F3E7-01CE-4134-9987-F7F473033187}" srcOrd="2" destOrd="0" parTransId="{62D5AC89-636C-43E8-A4AD-A113CCB532C6}" sibTransId="{2FAFEAD5-73DB-4E8E-9437-562BB22C1E4C}"/>
    <dgm:cxn modelId="{2CA28168-3233-420C-995E-C89717DF424A}" type="presOf" srcId="{B4DD4A84-E485-443D-B5F1-5244CC854E4D}" destId="{422EFCF1-0A95-45C3-A433-ED12C83AAFA7}" srcOrd="0" destOrd="0" presId="urn:microsoft.com/office/officeart/2016/7/layout/RepeatingBendingProcessNew"/>
    <dgm:cxn modelId="{6533634D-D2C6-4B53-86E5-35D749044C7F}" type="presOf" srcId="{B8E63162-3938-4783-9633-1DB995BC2DCF}" destId="{67FDEEEF-024F-4FC2-801D-C4F7348C375D}" srcOrd="0" destOrd="0" presId="urn:microsoft.com/office/officeart/2016/7/layout/RepeatingBendingProcessNew"/>
    <dgm:cxn modelId="{E1A88F50-76F9-457B-97B6-1424F4A0A942}" type="presOf" srcId="{B8E63162-3938-4783-9633-1DB995BC2DCF}" destId="{0A26681F-EA56-480E-A060-B728E7DBC3BC}" srcOrd="1" destOrd="0" presId="urn:microsoft.com/office/officeart/2016/7/layout/RepeatingBendingProcessNew"/>
    <dgm:cxn modelId="{8D6D9C7C-FDAF-4298-92EE-BD220A7B699A}" type="presOf" srcId="{4448F3E7-01CE-4134-9987-F7F473033187}" destId="{0E961A86-89AF-47A5-BF46-A4858C2ACF3E}" srcOrd="0" destOrd="0" presId="urn:microsoft.com/office/officeart/2016/7/layout/RepeatingBendingProcessNew"/>
    <dgm:cxn modelId="{CA32C28B-ECEC-4103-8D99-8CC5E5F95C67}" type="presOf" srcId="{C2D9552D-9D54-4205-BBFE-0EDA2859FBA4}" destId="{A2ED4C67-126B-4A8F-BA3B-C7ED120BE38B}" srcOrd="0" destOrd="0" presId="urn:microsoft.com/office/officeart/2016/7/layout/RepeatingBendingProcessNew"/>
    <dgm:cxn modelId="{B47A45BB-11A4-414B-B2CA-5F396401468D}" type="presOf" srcId="{FDFD8AB4-4405-4BB1-8203-C215DADE0D54}" destId="{A75A1163-B79D-4DE2-9286-C9E2BC2E9404}" srcOrd="0" destOrd="0" presId="urn:microsoft.com/office/officeart/2016/7/layout/RepeatingBendingProcessNew"/>
    <dgm:cxn modelId="{FAC03EDA-58FE-4353-B041-E8D2638102B9}" srcId="{FDFD8AB4-4405-4BB1-8203-C215DADE0D54}" destId="{DC5EF068-5D55-4F48-87C3-F1A36B592813}" srcOrd="0" destOrd="0" parTransId="{E18CA643-CA4F-4498-8E8D-ABBF72068817}" sibTransId="{B8E63162-3938-4783-9633-1DB995BC2DCF}"/>
    <dgm:cxn modelId="{F066C4E7-DAAF-4542-8B66-9BE22DDFDD6D}" type="presOf" srcId="{C2D9552D-9D54-4205-BBFE-0EDA2859FBA4}" destId="{EC76D94F-3DDA-415B-AC8E-B8459CBA1B70}" srcOrd="1" destOrd="0" presId="urn:microsoft.com/office/officeart/2016/7/layout/RepeatingBendingProcessNew"/>
    <dgm:cxn modelId="{57B70FFB-E396-475A-B632-2305AC143974}" type="presParOf" srcId="{A75A1163-B79D-4DE2-9286-C9E2BC2E9404}" destId="{2C450F42-5653-40DE-86A7-28A7B056FE61}" srcOrd="0" destOrd="0" presId="urn:microsoft.com/office/officeart/2016/7/layout/RepeatingBendingProcessNew"/>
    <dgm:cxn modelId="{A1A17817-C9C4-431E-8E90-D7D7F5857D4E}" type="presParOf" srcId="{A75A1163-B79D-4DE2-9286-C9E2BC2E9404}" destId="{67FDEEEF-024F-4FC2-801D-C4F7348C375D}" srcOrd="1" destOrd="0" presId="urn:microsoft.com/office/officeart/2016/7/layout/RepeatingBendingProcessNew"/>
    <dgm:cxn modelId="{64337582-3F69-4CBD-BC39-FA883AF099E0}" type="presParOf" srcId="{67FDEEEF-024F-4FC2-801D-C4F7348C375D}" destId="{0A26681F-EA56-480E-A060-B728E7DBC3BC}" srcOrd="0" destOrd="0" presId="urn:microsoft.com/office/officeart/2016/7/layout/RepeatingBendingProcessNew"/>
    <dgm:cxn modelId="{96551532-FAE8-40ED-AE2A-95E02DBC851B}" type="presParOf" srcId="{A75A1163-B79D-4DE2-9286-C9E2BC2E9404}" destId="{422EFCF1-0A95-45C3-A433-ED12C83AAFA7}" srcOrd="2" destOrd="0" presId="urn:microsoft.com/office/officeart/2016/7/layout/RepeatingBendingProcessNew"/>
    <dgm:cxn modelId="{5D7D3EE7-2B3E-4062-AA51-68EAC25DFE57}" type="presParOf" srcId="{A75A1163-B79D-4DE2-9286-C9E2BC2E9404}" destId="{A2ED4C67-126B-4A8F-BA3B-C7ED120BE38B}" srcOrd="3" destOrd="0" presId="urn:microsoft.com/office/officeart/2016/7/layout/RepeatingBendingProcessNew"/>
    <dgm:cxn modelId="{15B9CE42-7EFA-4B39-9188-ACDD4EF5CE74}" type="presParOf" srcId="{A2ED4C67-126B-4A8F-BA3B-C7ED120BE38B}" destId="{EC76D94F-3DDA-415B-AC8E-B8459CBA1B70}" srcOrd="0" destOrd="0" presId="urn:microsoft.com/office/officeart/2016/7/layout/RepeatingBendingProcessNew"/>
    <dgm:cxn modelId="{DA0EB5CC-7AA2-4583-8A83-A140FCB30784}" type="presParOf" srcId="{A75A1163-B79D-4DE2-9286-C9E2BC2E9404}" destId="{0E961A86-89AF-47A5-BF46-A4858C2ACF3E}" srcOrd="4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7E95A36-C5C8-489E-9E13-A0F2B429577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973D0393-A37B-473E-8CA7-64F10B091C73}">
      <dgm:prSet/>
      <dgm:spPr/>
      <dgm:t>
        <a:bodyPr/>
        <a:lstStyle/>
        <a:p>
          <a:r>
            <a:rPr lang="en-US"/>
            <a:t>• Add neutral-sentiment model</a:t>
          </a:r>
        </a:p>
      </dgm:t>
    </dgm:pt>
    <dgm:pt modelId="{DA1615E0-6608-4078-A8EC-0FD6F23A9FB3}" type="parTrans" cxnId="{7DBCCA15-D140-4A46-A000-5A1FFCD33F32}">
      <dgm:prSet/>
      <dgm:spPr/>
      <dgm:t>
        <a:bodyPr/>
        <a:lstStyle/>
        <a:p>
          <a:endParaRPr lang="en-US"/>
        </a:p>
      </dgm:t>
    </dgm:pt>
    <dgm:pt modelId="{2EC3FECD-38E1-4626-BEA0-D48EE7696960}" type="sibTrans" cxnId="{7DBCCA15-D140-4A46-A000-5A1FFCD33F32}">
      <dgm:prSet/>
      <dgm:spPr/>
      <dgm:t>
        <a:bodyPr/>
        <a:lstStyle/>
        <a:p>
          <a:endParaRPr lang="en-US"/>
        </a:p>
      </dgm:t>
    </dgm:pt>
    <dgm:pt modelId="{49213027-3B9C-4779-8E13-846CA9F53D99}">
      <dgm:prSet/>
      <dgm:spPr/>
      <dgm:t>
        <a:bodyPr/>
        <a:lstStyle/>
        <a:p>
          <a:r>
            <a:rPr lang="en-US"/>
            <a:t>• Explore transformer models like BERT</a:t>
          </a:r>
        </a:p>
      </dgm:t>
    </dgm:pt>
    <dgm:pt modelId="{F7930CE1-C885-4CC3-92F7-9259CD9DA7E0}" type="parTrans" cxnId="{09E2867F-F51D-41BC-BC74-96EF7ACE9C58}">
      <dgm:prSet/>
      <dgm:spPr/>
      <dgm:t>
        <a:bodyPr/>
        <a:lstStyle/>
        <a:p>
          <a:endParaRPr lang="en-US"/>
        </a:p>
      </dgm:t>
    </dgm:pt>
    <dgm:pt modelId="{09CB5740-5BA1-413D-B786-995317CDD518}" type="sibTrans" cxnId="{09E2867F-F51D-41BC-BC74-96EF7ACE9C58}">
      <dgm:prSet/>
      <dgm:spPr/>
      <dgm:t>
        <a:bodyPr/>
        <a:lstStyle/>
        <a:p>
          <a:endParaRPr lang="en-US"/>
        </a:p>
      </dgm:t>
    </dgm:pt>
    <dgm:pt modelId="{0F8FD348-89A6-47DC-88D8-B1FE7CB38277}">
      <dgm:prSet/>
      <dgm:spPr/>
      <dgm:t>
        <a:bodyPr/>
        <a:lstStyle/>
        <a:p>
          <a:r>
            <a:rPr lang="en-US"/>
            <a:t>• Perform topic modeling to uncover product defect themes</a:t>
          </a:r>
        </a:p>
      </dgm:t>
    </dgm:pt>
    <dgm:pt modelId="{A7368DD2-FEE6-4812-8391-64B71AB8F05C}" type="parTrans" cxnId="{0652CDF9-E228-4687-B2BC-63FBC2E3E874}">
      <dgm:prSet/>
      <dgm:spPr/>
      <dgm:t>
        <a:bodyPr/>
        <a:lstStyle/>
        <a:p>
          <a:endParaRPr lang="en-US"/>
        </a:p>
      </dgm:t>
    </dgm:pt>
    <dgm:pt modelId="{8585DFB6-3F59-40CE-9C6B-E21FBFB31A71}" type="sibTrans" cxnId="{0652CDF9-E228-4687-B2BC-63FBC2E3E874}">
      <dgm:prSet/>
      <dgm:spPr/>
      <dgm:t>
        <a:bodyPr/>
        <a:lstStyle/>
        <a:p>
          <a:endParaRPr lang="en-US"/>
        </a:p>
      </dgm:t>
    </dgm:pt>
    <dgm:pt modelId="{9C71ADCC-41AF-490A-B642-C0A89D4863CE}">
      <dgm:prSet/>
      <dgm:spPr/>
      <dgm:t>
        <a:bodyPr/>
        <a:lstStyle/>
        <a:p>
          <a:r>
            <a:rPr lang="en-US"/>
            <a:t>• Deploy system as a real-time REST API</a:t>
          </a:r>
        </a:p>
      </dgm:t>
    </dgm:pt>
    <dgm:pt modelId="{4A14BEA1-CA59-4338-B20F-39BCE1484B35}" type="parTrans" cxnId="{D63B671F-5918-40DC-80A8-6F2CEB87FDDA}">
      <dgm:prSet/>
      <dgm:spPr/>
      <dgm:t>
        <a:bodyPr/>
        <a:lstStyle/>
        <a:p>
          <a:endParaRPr lang="en-US"/>
        </a:p>
      </dgm:t>
    </dgm:pt>
    <dgm:pt modelId="{3057B3F9-7D46-425F-97E1-3AB38DF0074C}" type="sibTrans" cxnId="{D63B671F-5918-40DC-80A8-6F2CEB87FDDA}">
      <dgm:prSet/>
      <dgm:spPr/>
      <dgm:t>
        <a:bodyPr/>
        <a:lstStyle/>
        <a:p>
          <a:endParaRPr lang="en-US"/>
        </a:p>
      </dgm:t>
    </dgm:pt>
    <dgm:pt modelId="{42643CB5-7E81-4422-BDB8-80C04304D1FF}" type="pres">
      <dgm:prSet presAssocID="{37E95A36-C5C8-489E-9E13-A0F2B4295771}" presName="root" presStyleCnt="0">
        <dgm:presLayoutVars>
          <dgm:dir/>
          <dgm:resizeHandles val="exact"/>
        </dgm:presLayoutVars>
      </dgm:prSet>
      <dgm:spPr/>
    </dgm:pt>
    <dgm:pt modelId="{79D13093-7234-49D9-9EB5-57961139E4D8}" type="pres">
      <dgm:prSet presAssocID="{973D0393-A37B-473E-8CA7-64F10B091C73}" presName="compNode" presStyleCnt="0"/>
      <dgm:spPr/>
    </dgm:pt>
    <dgm:pt modelId="{7C4A695F-852D-4B64-B10D-A2C5000D114C}" type="pres">
      <dgm:prSet presAssocID="{973D0393-A37B-473E-8CA7-64F10B091C73}" presName="bgRect" presStyleLbl="bgShp" presStyleIdx="0" presStyleCnt="4"/>
      <dgm:spPr/>
    </dgm:pt>
    <dgm:pt modelId="{05390FF4-266D-461F-9C21-A7409843DEDD}" type="pres">
      <dgm:prSet presAssocID="{973D0393-A37B-473E-8CA7-64F10B091C7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utral Face with No Fill"/>
        </a:ext>
      </dgm:extLst>
    </dgm:pt>
    <dgm:pt modelId="{98E6E669-4B30-462B-BD44-FA8C89568BFB}" type="pres">
      <dgm:prSet presAssocID="{973D0393-A37B-473E-8CA7-64F10B091C73}" presName="spaceRect" presStyleCnt="0"/>
      <dgm:spPr/>
    </dgm:pt>
    <dgm:pt modelId="{EB4BD687-E871-410B-A655-21D15A3276BA}" type="pres">
      <dgm:prSet presAssocID="{973D0393-A37B-473E-8CA7-64F10B091C73}" presName="parTx" presStyleLbl="revTx" presStyleIdx="0" presStyleCnt="4">
        <dgm:presLayoutVars>
          <dgm:chMax val="0"/>
          <dgm:chPref val="0"/>
        </dgm:presLayoutVars>
      </dgm:prSet>
      <dgm:spPr/>
    </dgm:pt>
    <dgm:pt modelId="{A6D92646-9C7E-4DDB-A70E-7BFC17611603}" type="pres">
      <dgm:prSet presAssocID="{2EC3FECD-38E1-4626-BEA0-D48EE7696960}" presName="sibTrans" presStyleCnt="0"/>
      <dgm:spPr/>
    </dgm:pt>
    <dgm:pt modelId="{D3F49395-E3BE-4FB1-8443-7021A94F38BF}" type="pres">
      <dgm:prSet presAssocID="{49213027-3B9C-4779-8E13-846CA9F53D99}" presName="compNode" presStyleCnt="0"/>
      <dgm:spPr/>
    </dgm:pt>
    <dgm:pt modelId="{6DB225B0-63CD-4AA7-A40B-739B5E4CBCA1}" type="pres">
      <dgm:prSet presAssocID="{49213027-3B9C-4779-8E13-846CA9F53D99}" presName="bgRect" presStyleLbl="bgShp" presStyleIdx="1" presStyleCnt="4"/>
      <dgm:spPr/>
    </dgm:pt>
    <dgm:pt modelId="{53C1D997-37A2-4491-995C-E22A75D8A95C}" type="pres">
      <dgm:prSet presAssocID="{49213027-3B9C-4779-8E13-846CA9F53D9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ingle gear"/>
        </a:ext>
      </dgm:extLst>
    </dgm:pt>
    <dgm:pt modelId="{A3A1DD07-9ADE-45EB-A01C-9ECBBAC280B1}" type="pres">
      <dgm:prSet presAssocID="{49213027-3B9C-4779-8E13-846CA9F53D99}" presName="spaceRect" presStyleCnt="0"/>
      <dgm:spPr/>
    </dgm:pt>
    <dgm:pt modelId="{269274A6-8A1D-4FD3-98D1-65F5DC111238}" type="pres">
      <dgm:prSet presAssocID="{49213027-3B9C-4779-8E13-846CA9F53D99}" presName="parTx" presStyleLbl="revTx" presStyleIdx="1" presStyleCnt="4">
        <dgm:presLayoutVars>
          <dgm:chMax val="0"/>
          <dgm:chPref val="0"/>
        </dgm:presLayoutVars>
      </dgm:prSet>
      <dgm:spPr/>
    </dgm:pt>
    <dgm:pt modelId="{06FBA470-55BE-407E-82A4-87688317DBB3}" type="pres">
      <dgm:prSet presAssocID="{09CB5740-5BA1-413D-B786-995317CDD518}" presName="sibTrans" presStyleCnt="0"/>
      <dgm:spPr/>
    </dgm:pt>
    <dgm:pt modelId="{E906CA68-9929-46BD-B1B7-0ACD992E27AA}" type="pres">
      <dgm:prSet presAssocID="{0F8FD348-89A6-47DC-88D8-B1FE7CB38277}" presName="compNode" presStyleCnt="0"/>
      <dgm:spPr/>
    </dgm:pt>
    <dgm:pt modelId="{D859E726-652E-40DE-B227-DD623B5E3F25}" type="pres">
      <dgm:prSet presAssocID="{0F8FD348-89A6-47DC-88D8-B1FE7CB38277}" presName="bgRect" presStyleLbl="bgShp" presStyleIdx="2" presStyleCnt="4"/>
      <dgm:spPr/>
    </dgm:pt>
    <dgm:pt modelId="{CB450AC6-C2EF-43DC-A8A6-BF6832A933E8}" type="pres">
      <dgm:prSet presAssocID="{0F8FD348-89A6-47DC-88D8-B1FE7CB3827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FD10488B-6968-4064-B418-464BEC45B2E2}" type="pres">
      <dgm:prSet presAssocID="{0F8FD348-89A6-47DC-88D8-B1FE7CB38277}" presName="spaceRect" presStyleCnt="0"/>
      <dgm:spPr/>
    </dgm:pt>
    <dgm:pt modelId="{74EB3FCF-D1A2-4B07-8F2B-057A6EFB272C}" type="pres">
      <dgm:prSet presAssocID="{0F8FD348-89A6-47DC-88D8-B1FE7CB38277}" presName="parTx" presStyleLbl="revTx" presStyleIdx="2" presStyleCnt="4">
        <dgm:presLayoutVars>
          <dgm:chMax val="0"/>
          <dgm:chPref val="0"/>
        </dgm:presLayoutVars>
      </dgm:prSet>
      <dgm:spPr/>
    </dgm:pt>
    <dgm:pt modelId="{961C5158-92EC-4A42-BFD9-DC7F4CA2BCBD}" type="pres">
      <dgm:prSet presAssocID="{8585DFB6-3F59-40CE-9C6B-E21FBFB31A71}" presName="sibTrans" presStyleCnt="0"/>
      <dgm:spPr/>
    </dgm:pt>
    <dgm:pt modelId="{27FC8EC5-6F8C-4E3E-8CE6-46EE246CDDCC}" type="pres">
      <dgm:prSet presAssocID="{9C71ADCC-41AF-490A-B642-C0A89D4863CE}" presName="compNode" presStyleCnt="0"/>
      <dgm:spPr/>
    </dgm:pt>
    <dgm:pt modelId="{2C4ED661-1191-4BB7-A4DC-88C47161D5B0}" type="pres">
      <dgm:prSet presAssocID="{9C71ADCC-41AF-490A-B642-C0A89D4863CE}" presName="bgRect" presStyleLbl="bgShp" presStyleIdx="3" presStyleCnt="4"/>
      <dgm:spPr/>
    </dgm:pt>
    <dgm:pt modelId="{FB1ACC12-0F2B-4218-B715-A0BA3D1C4B99}" type="pres">
      <dgm:prSet presAssocID="{9C71ADCC-41AF-490A-B642-C0A89D4863CE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22E56F67-CA26-4724-907C-26299375E010}" type="pres">
      <dgm:prSet presAssocID="{9C71ADCC-41AF-490A-B642-C0A89D4863CE}" presName="spaceRect" presStyleCnt="0"/>
      <dgm:spPr/>
    </dgm:pt>
    <dgm:pt modelId="{1EB80C5F-9787-4DB5-8792-E9616C17DAFC}" type="pres">
      <dgm:prSet presAssocID="{9C71ADCC-41AF-490A-B642-C0A89D4863CE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7DBCCA15-D140-4A46-A000-5A1FFCD33F32}" srcId="{37E95A36-C5C8-489E-9E13-A0F2B4295771}" destId="{973D0393-A37B-473E-8CA7-64F10B091C73}" srcOrd="0" destOrd="0" parTransId="{DA1615E0-6608-4078-A8EC-0FD6F23A9FB3}" sibTransId="{2EC3FECD-38E1-4626-BEA0-D48EE7696960}"/>
    <dgm:cxn modelId="{D63B671F-5918-40DC-80A8-6F2CEB87FDDA}" srcId="{37E95A36-C5C8-489E-9E13-A0F2B4295771}" destId="{9C71ADCC-41AF-490A-B642-C0A89D4863CE}" srcOrd="3" destOrd="0" parTransId="{4A14BEA1-CA59-4338-B20F-39BCE1484B35}" sibTransId="{3057B3F9-7D46-425F-97E1-3AB38DF0074C}"/>
    <dgm:cxn modelId="{9CCFE625-F723-4E11-AC26-BA4539AB22DF}" type="presOf" srcId="{973D0393-A37B-473E-8CA7-64F10B091C73}" destId="{EB4BD687-E871-410B-A655-21D15A3276BA}" srcOrd="0" destOrd="0" presId="urn:microsoft.com/office/officeart/2018/2/layout/IconVerticalSolidList"/>
    <dgm:cxn modelId="{F6992E33-0265-4DBE-93B4-8B5A2335820F}" type="presOf" srcId="{0F8FD348-89A6-47DC-88D8-B1FE7CB38277}" destId="{74EB3FCF-D1A2-4B07-8F2B-057A6EFB272C}" srcOrd="0" destOrd="0" presId="urn:microsoft.com/office/officeart/2018/2/layout/IconVerticalSolidList"/>
    <dgm:cxn modelId="{7D6D0538-86B3-42CF-8103-7604C2932ED8}" type="presOf" srcId="{9C71ADCC-41AF-490A-B642-C0A89D4863CE}" destId="{1EB80C5F-9787-4DB5-8792-E9616C17DAFC}" srcOrd="0" destOrd="0" presId="urn:microsoft.com/office/officeart/2018/2/layout/IconVerticalSolidList"/>
    <dgm:cxn modelId="{09E2867F-F51D-41BC-BC74-96EF7ACE9C58}" srcId="{37E95A36-C5C8-489E-9E13-A0F2B4295771}" destId="{49213027-3B9C-4779-8E13-846CA9F53D99}" srcOrd="1" destOrd="0" parTransId="{F7930CE1-C885-4CC3-92F7-9259CD9DA7E0}" sibTransId="{09CB5740-5BA1-413D-B786-995317CDD518}"/>
    <dgm:cxn modelId="{329A40E9-869F-43CF-9BF6-F0F90EB0AC8C}" type="presOf" srcId="{49213027-3B9C-4779-8E13-846CA9F53D99}" destId="{269274A6-8A1D-4FD3-98D1-65F5DC111238}" srcOrd="0" destOrd="0" presId="urn:microsoft.com/office/officeart/2018/2/layout/IconVerticalSolidList"/>
    <dgm:cxn modelId="{F38369F7-C6A4-465B-9517-9DBECE07A543}" type="presOf" srcId="{37E95A36-C5C8-489E-9E13-A0F2B4295771}" destId="{42643CB5-7E81-4422-BDB8-80C04304D1FF}" srcOrd="0" destOrd="0" presId="urn:microsoft.com/office/officeart/2018/2/layout/IconVerticalSolidList"/>
    <dgm:cxn modelId="{0652CDF9-E228-4687-B2BC-63FBC2E3E874}" srcId="{37E95A36-C5C8-489E-9E13-A0F2B4295771}" destId="{0F8FD348-89A6-47DC-88D8-B1FE7CB38277}" srcOrd="2" destOrd="0" parTransId="{A7368DD2-FEE6-4812-8391-64B71AB8F05C}" sibTransId="{8585DFB6-3F59-40CE-9C6B-E21FBFB31A71}"/>
    <dgm:cxn modelId="{34F81CC4-FE4B-4B19-ADA0-80282BC3D22B}" type="presParOf" srcId="{42643CB5-7E81-4422-BDB8-80C04304D1FF}" destId="{79D13093-7234-49D9-9EB5-57961139E4D8}" srcOrd="0" destOrd="0" presId="urn:microsoft.com/office/officeart/2018/2/layout/IconVerticalSolidList"/>
    <dgm:cxn modelId="{B5AEBDC2-61CD-46A7-A89F-80F55C4B9B79}" type="presParOf" srcId="{79D13093-7234-49D9-9EB5-57961139E4D8}" destId="{7C4A695F-852D-4B64-B10D-A2C5000D114C}" srcOrd="0" destOrd="0" presId="urn:microsoft.com/office/officeart/2018/2/layout/IconVerticalSolidList"/>
    <dgm:cxn modelId="{0BE4C8AA-B3BC-46D7-A364-6646B3A7A99C}" type="presParOf" srcId="{79D13093-7234-49D9-9EB5-57961139E4D8}" destId="{05390FF4-266D-461F-9C21-A7409843DEDD}" srcOrd="1" destOrd="0" presId="urn:microsoft.com/office/officeart/2018/2/layout/IconVerticalSolidList"/>
    <dgm:cxn modelId="{12F62F11-A425-474D-81A1-F73FC31A1912}" type="presParOf" srcId="{79D13093-7234-49D9-9EB5-57961139E4D8}" destId="{98E6E669-4B30-462B-BD44-FA8C89568BFB}" srcOrd="2" destOrd="0" presId="urn:microsoft.com/office/officeart/2018/2/layout/IconVerticalSolidList"/>
    <dgm:cxn modelId="{FB596F33-7A11-42C3-BADB-D32BA67338FC}" type="presParOf" srcId="{79D13093-7234-49D9-9EB5-57961139E4D8}" destId="{EB4BD687-E871-410B-A655-21D15A3276BA}" srcOrd="3" destOrd="0" presId="urn:microsoft.com/office/officeart/2018/2/layout/IconVerticalSolidList"/>
    <dgm:cxn modelId="{137B2D60-5C73-407E-B44C-921D92AE8E75}" type="presParOf" srcId="{42643CB5-7E81-4422-BDB8-80C04304D1FF}" destId="{A6D92646-9C7E-4DDB-A70E-7BFC17611603}" srcOrd="1" destOrd="0" presId="urn:microsoft.com/office/officeart/2018/2/layout/IconVerticalSolidList"/>
    <dgm:cxn modelId="{05112B21-E605-4D6E-A9F7-764841312313}" type="presParOf" srcId="{42643CB5-7E81-4422-BDB8-80C04304D1FF}" destId="{D3F49395-E3BE-4FB1-8443-7021A94F38BF}" srcOrd="2" destOrd="0" presId="urn:microsoft.com/office/officeart/2018/2/layout/IconVerticalSolidList"/>
    <dgm:cxn modelId="{F1697178-EBD7-49A1-8E3A-C41B6FDD0673}" type="presParOf" srcId="{D3F49395-E3BE-4FB1-8443-7021A94F38BF}" destId="{6DB225B0-63CD-4AA7-A40B-739B5E4CBCA1}" srcOrd="0" destOrd="0" presId="urn:microsoft.com/office/officeart/2018/2/layout/IconVerticalSolidList"/>
    <dgm:cxn modelId="{F45A824C-9498-4E39-8565-B43EE49EA949}" type="presParOf" srcId="{D3F49395-E3BE-4FB1-8443-7021A94F38BF}" destId="{53C1D997-37A2-4491-995C-E22A75D8A95C}" srcOrd="1" destOrd="0" presId="urn:microsoft.com/office/officeart/2018/2/layout/IconVerticalSolidList"/>
    <dgm:cxn modelId="{E4A17090-831B-4824-95B2-152297A515D4}" type="presParOf" srcId="{D3F49395-E3BE-4FB1-8443-7021A94F38BF}" destId="{A3A1DD07-9ADE-45EB-A01C-9ECBBAC280B1}" srcOrd="2" destOrd="0" presId="urn:microsoft.com/office/officeart/2018/2/layout/IconVerticalSolidList"/>
    <dgm:cxn modelId="{221442DA-8002-4795-8DAB-A55188733A48}" type="presParOf" srcId="{D3F49395-E3BE-4FB1-8443-7021A94F38BF}" destId="{269274A6-8A1D-4FD3-98D1-65F5DC111238}" srcOrd="3" destOrd="0" presId="urn:microsoft.com/office/officeart/2018/2/layout/IconVerticalSolidList"/>
    <dgm:cxn modelId="{032B0A25-DCA3-4084-823C-B450B20EF49E}" type="presParOf" srcId="{42643CB5-7E81-4422-BDB8-80C04304D1FF}" destId="{06FBA470-55BE-407E-82A4-87688317DBB3}" srcOrd="3" destOrd="0" presId="urn:microsoft.com/office/officeart/2018/2/layout/IconVerticalSolidList"/>
    <dgm:cxn modelId="{8DC3CE3C-F524-44AD-8618-D82E6CEDC391}" type="presParOf" srcId="{42643CB5-7E81-4422-BDB8-80C04304D1FF}" destId="{E906CA68-9929-46BD-B1B7-0ACD992E27AA}" srcOrd="4" destOrd="0" presId="urn:microsoft.com/office/officeart/2018/2/layout/IconVerticalSolidList"/>
    <dgm:cxn modelId="{5B9ED62F-06AA-4035-910D-8C10179516B9}" type="presParOf" srcId="{E906CA68-9929-46BD-B1B7-0ACD992E27AA}" destId="{D859E726-652E-40DE-B227-DD623B5E3F25}" srcOrd="0" destOrd="0" presId="urn:microsoft.com/office/officeart/2018/2/layout/IconVerticalSolidList"/>
    <dgm:cxn modelId="{3EDE36EF-567E-4557-8082-4A0C6A10E2B8}" type="presParOf" srcId="{E906CA68-9929-46BD-B1B7-0ACD992E27AA}" destId="{CB450AC6-C2EF-43DC-A8A6-BF6832A933E8}" srcOrd="1" destOrd="0" presId="urn:microsoft.com/office/officeart/2018/2/layout/IconVerticalSolidList"/>
    <dgm:cxn modelId="{FB539CF6-5005-4822-8551-BA9C87FC8F23}" type="presParOf" srcId="{E906CA68-9929-46BD-B1B7-0ACD992E27AA}" destId="{FD10488B-6968-4064-B418-464BEC45B2E2}" srcOrd="2" destOrd="0" presId="urn:microsoft.com/office/officeart/2018/2/layout/IconVerticalSolidList"/>
    <dgm:cxn modelId="{ED7E77A1-FBDA-4DA7-AE39-713B331FDE83}" type="presParOf" srcId="{E906CA68-9929-46BD-B1B7-0ACD992E27AA}" destId="{74EB3FCF-D1A2-4B07-8F2B-057A6EFB272C}" srcOrd="3" destOrd="0" presId="urn:microsoft.com/office/officeart/2018/2/layout/IconVerticalSolidList"/>
    <dgm:cxn modelId="{C42BB2A9-3830-4C48-BC00-6D6939EA856A}" type="presParOf" srcId="{42643CB5-7E81-4422-BDB8-80C04304D1FF}" destId="{961C5158-92EC-4A42-BFD9-DC7F4CA2BCBD}" srcOrd="5" destOrd="0" presId="urn:microsoft.com/office/officeart/2018/2/layout/IconVerticalSolidList"/>
    <dgm:cxn modelId="{EAA39C04-4998-4474-B7EE-EFE64906C1E3}" type="presParOf" srcId="{42643CB5-7E81-4422-BDB8-80C04304D1FF}" destId="{27FC8EC5-6F8C-4E3E-8CE6-46EE246CDDCC}" srcOrd="6" destOrd="0" presId="urn:microsoft.com/office/officeart/2018/2/layout/IconVerticalSolidList"/>
    <dgm:cxn modelId="{F2CBF30F-A3E8-4AD3-A227-9F1BA457C8C1}" type="presParOf" srcId="{27FC8EC5-6F8C-4E3E-8CE6-46EE246CDDCC}" destId="{2C4ED661-1191-4BB7-A4DC-88C47161D5B0}" srcOrd="0" destOrd="0" presId="urn:microsoft.com/office/officeart/2018/2/layout/IconVerticalSolidList"/>
    <dgm:cxn modelId="{0AA4EFC0-6783-44DA-827C-A1F66A3235A4}" type="presParOf" srcId="{27FC8EC5-6F8C-4E3E-8CE6-46EE246CDDCC}" destId="{FB1ACC12-0F2B-4218-B715-A0BA3D1C4B99}" srcOrd="1" destOrd="0" presId="urn:microsoft.com/office/officeart/2018/2/layout/IconVerticalSolidList"/>
    <dgm:cxn modelId="{EC7B4F2F-D366-49C9-BFC8-B9EA6DEFAAE4}" type="presParOf" srcId="{27FC8EC5-6F8C-4E3E-8CE6-46EE246CDDCC}" destId="{22E56F67-CA26-4724-907C-26299375E010}" srcOrd="2" destOrd="0" presId="urn:microsoft.com/office/officeart/2018/2/layout/IconVerticalSolidList"/>
    <dgm:cxn modelId="{3310510C-C652-4CB4-BD4E-A01A074EE91E}" type="presParOf" srcId="{27FC8EC5-6F8C-4E3E-8CE6-46EE246CDDCC}" destId="{1EB80C5F-9787-4DB5-8792-E9616C17DAF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DBDE9D-422A-4BAC-B2FD-8D9771EA9213}">
      <dsp:nvSpPr>
        <dsp:cNvPr id="0" name=""/>
        <dsp:cNvSpPr/>
      </dsp:nvSpPr>
      <dsp:spPr>
        <a:xfrm>
          <a:off x="465" y="1199391"/>
          <a:ext cx="1634763" cy="1038074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DE23D5-E9D4-4689-9B50-B147EF907E8A}">
      <dsp:nvSpPr>
        <dsp:cNvPr id="0" name=""/>
        <dsp:cNvSpPr/>
      </dsp:nvSpPr>
      <dsp:spPr>
        <a:xfrm>
          <a:off x="182106" y="1371949"/>
          <a:ext cx="1634763" cy="103807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Sentiment Analysis for Amazon Reviews Using NLP</a:t>
          </a:r>
        </a:p>
      </dsp:txBody>
      <dsp:txXfrm>
        <a:off x="212510" y="1402353"/>
        <a:ext cx="1573955" cy="977266"/>
      </dsp:txXfrm>
    </dsp:sp>
    <dsp:sp modelId="{987F4CEC-3FAD-4505-B604-E7D9616BBF59}">
      <dsp:nvSpPr>
        <dsp:cNvPr id="0" name=""/>
        <dsp:cNvSpPr/>
      </dsp:nvSpPr>
      <dsp:spPr>
        <a:xfrm>
          <a:off x="1998509" y="1199391"/>
          <a:ext cx="1634763" cy="1038074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B42B45-FD60-4AE4-9414-62571AA76648}">
      <dsp:nvSpPr>
        <dsp:cNvPr id="0" name=""/>
        <dsp:cNvSpPr/>
      </dsp:nvSpPr>
      <dsp:spPr>
        <a:xfrm>
          <a:off x="2180150" y="1371949"/>
          <a:ext cx="1634763" cy="103807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Michael Koffie </a:t>
          </a:r>
        </a:p>
      </dsp:txBody>
      <dsp:txXfrm>
        <a:off x="2210554" y="1402353"/>
        <a:ext cx="1573955" cy="97726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3A13C3-6FA5-4829-BC4C-DCC0DAB0BBA0}">
      <dsp:nvSpPr>
        <dsp:cNvPr id="0" name=""/>
        <dsp:cNvSpPr/>
      </dsp:nvSpPr>
      <dsp:spPr>
        <a:xfrm>
          <a:off x="0" y="2729"/>
          <a:ext cx="468394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C1CD71-7D4E-460A-BDAA-E1B480A36700}">
      <dsp:nvSpPr>
        <dsp:cNvPr id="0" name=""/>
        <dsp:cNvSpPr/>
      </dsp:nvSpPr>
      <dsp:spPr>
        <a:xfrm>
          <a:off x="0" y="2729"/>
          <a:ext cx="4683949" cy="1861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Amazon hosts millions of product reviews—manual analysis is impractical.</a:t>
          </a:r>
        </a:p>
      </dsp:txBody>
      <dsp:txXfrm>
        <a:off x="0" y="2729"/>
        <a:ext cx="4683949" cy="1861296"/>
      </dsp:txXfrm>
    </dsp:sp>
    <dsp:sp modelId="{94D39329-FC6D-4C7D-B9B3-AAD3876DEA67}">
      <dsp:nvSpPr>
        <dsp:cNvPr id="0" name=""/>
        <dsp:cNvSpPr/>
      </dsp:nvSpPr>
      <dsp:spPr>
        <a:xfrm>
          <a:off x="0" y="1864025"/>
          <a:ext cx="468394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31C009-9232-42CD-BA75-9260A37125D5}">
      <dsp:nvSpPr>
        <dsp:cNvPr id="0" name=""/>
        <dsp:cNvSpPr/>
      </dsp:nvSpPr>
      <dsp:spPr>
        <a:xfrm>
          <a:off x="0" y="1864025"/>
          <a:ext cx="4683949" cy="1861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Negative reviews often highlight key product quality or customer experience issues.</a:t>
          </a:r>
        </a:p>
      </dsp:txBody>
      <dsp:txXfrm>
        <a:off x="0" y="1864025"/>
        <a:ext cx="4683949" cy="1861296"/>
      </dsp:txXfrm>
    </dsp:sp>
    <dsp:sp modelId="{FA976BD9-40F0-42F0-BCB7-DA877D09E893}">
      <dsp:nvSpPr>
        <dsp:cNvPr id="0" name=""/>
        <dsp:cNvSpPr/>
      </dsp:nvSpPr>
      <dsp:spPr>
        <a:xfrm>
          <a:off x="0" y="3725321"/>
          <a:ext cx="468394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344173-9602-4ADA-BA68-C2DE4B95F061}">
      <dsp:nvSpPr>
        <dsp:cNvPr id="0" name=""/>
        <dsp:cNvSpPr/>
      </dsp:nvSpPr>
      <dsp:spPr>
        <a:xfrm>
          <a:off x="0" y="3725321"/>
          <a:ext cx="4683949" cy="1861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The business needs an automated sentiment classification system to quickly extract insights and support data-driven decisions.</a:t>
          </a:r>
        </a:p>
      </dsp:txBody>
      <dsp:txXfrm>
        <a:off x="0" y="3725321"/>
        <a:ext cx="4683949" cy="186129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246213-2C47-4156-8F50-27E8D851B3D1}">
      <dsp:nvSpPr>
        <dsp:cNvPr id="0" name=""/>
        <dsp:cNvSpPr/>
      </dsp:nvSpPr>
      <dsp:spPr>
        <a:xfrm>
          <a:off x="0" y="682"/>
          <a:ext cx="468394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B7BE01-3D49-456E-8778-B10C46D7C04F}">
      <dsp:nvSpPr>
        <dsp:cNvPr id="0" name=""/>
        <dsp:cNvSpPr/>
      </dsp:nvSpPr>
      <dsp:spPr>
        <a:xfrm>
          <a:off x="0" y="682"/>
          <a:ext cx="4683949" cy="11175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640" tIns="167640" rIns="167640" bIns="167640" numCol="1" spcCol="1270" anchor="t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Text cleaning</a:t>
          </a:r>
        </a:p>
      </dsp:txBody>
      <dsp:txXfrm>
        <a:off x="0" y="682"/>
        <a:ext cx="4683949" cy="1117596"/>
      </dsp:txXfrm>
    </dsp:sp>
    <dsp:sp modelId="{6B50F1E6-1B12-45F6-8552-A8DB67462697}">
      <dsp:nvSpPr>
        <dsp:cNvPr id="0" name=""/>
        <dsp:cNvSpPr/>
      </dsp:nvSpPr>
      <dsp:spPr>
        <a:xfrm>
          <a:off x="0" y="1118278"/>
          <a:ext cx="4683949" cy="0"/>
        </a:xfrm>
        <a:prstGeom prst="line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accent2">
              <a:hueOff val="1170380"/>
              <a:satOff val="-1460"/>
              <a:lumOff val="34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911122-86FC-4F07-A489-844BC665999F}">
      <dsp:nvSpPr>
        <dsp:cNvPr id="0" name=""/>
        <dsp:cNvSpPr/>
      </dsp:nvSpPr>
      <dsp:spPr>
        <a:xfrm>
          <a:off x="0" y="1118278"/>
          <a:ext cx="4683949" cy="11175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640" tIns="167640" rIns="167640" bIns="167640" numCol="1" spcCol="1270" anchor="t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Tokenization</a:t>
          </a:r>
        </a:p>
      </dsp:txBody>
      <dsp:txXfrm>
        <a:off x="0" y="1118278"/>
        <a:ext cx="4683949" cy="1117596"/>
      </dsp:txXfrm>
    </dsp:sp>
    <dsp:sp modelId="{483C765A-BAC4-45E5-979F-4239EF9B8566}">
      <dsp:nvSpPr>
        <dsp:cNvPr id="0" name=""/>
        <dsp:cNvSpPr/>
      </dsp:nvSpPr>
      <dsp:spPr>
        <a:xfrm>
          <a:off x="0" y="2235875"/>
          <a:ext cx="4683949" cy="0"/>
        </a:xfrm>
        <a:prstGeom prst="line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accent2">
              <a:hueOff val="2340759"/>
              <a:satOff val="-2919"/>
              <a:lumOff val="68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02B73A-DF73-473B-ACE4-7CD5C7C47ADC}">
      <dsp:nvSpPr>
        <dsp:cNvPr id="0" name=""/>
        <dsp:cNvSpPr/>
      </dsp:nvSpPr>
      <dsp:spPr>
        <a:xfrm>
          <a:off x="0" y="2235875"/>
          <a:ext cx="4683949" cy="11175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640" tIns="167640" rIns="167640" bIns="167640" numCol="1" spcCol="1270" anchor="t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Lemmatization</a:t>
          </a:r>
        </a:p>
      </dsp:txBody>
      <dsp:txXfrm>
        <a:off x="0" y="2235875"/>
        <a:ext cx="4683949" cy="1117596"/>
      </dsp:txXfrm>
    </dsp:sp>
    <dsp:sp modelId="{C12BF850-00D0-447C-ACFA-56828F3AA211}">
      <dsp:nvSpPr>
        <dsp:cNvPr id="0" name=""/>
        <dsp:cNvSpPr/>
      </dsp:nvSpPr>
      <dsp:spPr>
        <a:xfrm>
          <a:off x="0" y="3353471"/>
          <a:ext cx="4683949" cy="0"/>
        </a:xfrm>
        <a:prstGeom prst="line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accent2">
              <a:hueOff val="3511139"/>
              <a:satOff val="-4379"/>
              <a:lumOff val="103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8F2D8D-0A45-43E2-9E04-F5B5185415AC}">
      <dsp:nvSpPr>
        <dsp:cNvPr id="0" name=""/>
        <dsp:cNvSpPr/>
      </dsp:nvSpPr>
      <dsp:spPr>
        <a:xfrm>
          <a:off x="0" y="3353471"/>
          <a:ext cx="4683949" cy="11175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640" tIns="167640" rIns="167640" bIns="167640" numCol="1" spcCol="1270" anchor="t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Stopword removal</a:t>
          </a:r>
        </a:p>
      </dsp:txBody>
      <dsp:txXfrm>
        <a:off x="0" y="3353471"/>
        <a:ext cx="4683949" cy="1117596"/>
      </dsp:txXfrm>
    </dsp:sp>
    <dsp:sp modelId="{71081908-282C-4A14-93E7-5F7D3F93DC1A}">
      <dsp:nvSpPr>
        <dsp:cNvPr id="0" name=""/>
        <dsp:cNvSpPr/>
      </dsp:nvSpPr>
      <dsp:spPr>
        <a:xfrm>
          <a:off x="0" y="4471068"/>
          <a:ext cx="4683949" cy="0"/>
        </a:xfrm>
        <a:prstGeom prst="line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05CCAC-2734-4003-BE0F-A10447190BDE}">
      <dsp:nvSpPr>
        <dsp:cNvPr id="0" name=""/>
        <dsp:cNvSpPr/>
      </dsp:nvSpPr>
      <dsp:spPr>
        <a:xfrm>
          <a:off x="0" y="4471068"/>
          <a:ext cx="4683949" cy="11175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640" tIns="167640" rIns="167640" bIns="167640" numCol="1" spcCol="1270" anchor="t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TF-IDF (1–2 grams)</a:t>
          </a:r>
        </a:p>
      </dsp:txBody>
      <dsp:txXfrm>
        <a:off x="0" y="4471068"/>
        <a:ext cx="4683949" cy="111759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564D62-AEBA-4293-9445-0B6A86FD278B}">
      <dsp:nvSpPr>
        <dsp:cNvPr id="0" name=""/>
        <dsp:cNvSpPr/>
      </dsp:nvSpPr>
      <dsp:spPr>
        <a:xfrm>
          <a:off x="0" y="682"/>
          <a:ext cx="4683949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EDF240-CA68-474F-9E66-6CDAF4566A55}">
      <dsp:nvSpPr>
        <dsp:cNvPr id="0" name=""/>
        <dsp:cNvSpPr/>
      </dsp:nvSpPr>
      <dsp:spPr>
        <a:xfrm>
          <a:off x="482961" y="359909"/>
          <a:ext cx="878111" cy="87811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9D23A7-30DB-4CC6-BF74-47849044292A}">
      <dsp:nvSpPr>
        <dsp:cNvPr id="0" name=""/>
        <dsp:cNvSpPr/>
      </dsp:nvSpPr>
      <dsp:spPr>
        <a:xfrm>
          <a:off x="1844034" y="682"/>
          <a:ext cx="2839914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Positive reviews dominate the dataset</a:t>
          </a:r>
        </a:p>
      </dsp:txBody>
      <dsp:txXfrm>
        <a:off x="1844034" y="682"/>
        <a:ext cx="2839914" cy="1596566"/>
      </dsp:txXfrm>
    </dsp:sp>
    <dsp:sp modelId="{91E85A2E-0F1F-4108-A912-611B2F4AD04E}">
      <dsp:nvSpPr>
        <dsp:cNvPr id="0" name=""/>
        <dsp:cNvSpPr/>
      </dsp:nvSpPr>
      <dsp:spPr>
        <a:xfrm>
          <a:off x="0" y="1996390"/>
          <a:ext cx="4683949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F37946-6397-45F9-B934-C585913E3BD7}">
      <dsp:nvSpPr>
        <dsp:cNvPr id="0" name=""/>
        <dsp:cNvSpPr/>
      </dsp:nvSpPr>
      <dsp:spPr>
        <a:xfrm>
          <a:off x="482961" y="2355617"/>
          <a:ext cx="878111" cy="87811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64F81C-FDB8-4547-AA8D-F293845C1F71}">
      <dsp:nvSpPr>
        <dsp:cNvPr id="0" name=""/>
        <dsp:cNvSpPr/>
      </dsp:nvSpPr>
      <dsp:spPr>
        <a:xfrm>
          <a:off x="1844034" y="1996390"/>
          <a:ext cx="2839914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SMOTE generates synthetic samples for minority classes</a:t>
          </a:r>
        </a:p>
      </dsp:txBody>
      <dsp:txXfrm>
        <a:off x="1844034" y="1996390"/>
        <a:ext cx="2839914" cy="1596566"/>
      </dsp:txXfrm>
    </dsp:sp>
    <dsp:sp modelId="{53FBD59C-4CA3-45F3-9674-0547CF4CA256}">
      <dsp:nvSpPr>
        <dsp:cNvPr id="0" name=""/>
        <dsp:cNvSpPr/>
      </dsp:nvSpPr>
      <dsp:spPr>
        <a:xfrm>
          <a:off x="0" y="3992098"/>
          <a:ext cx="4683949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701ABA-E210-41E2-ADBB-D5011F7C9C17}">
      <dsp:nvSpPr>
        <dsp:cNvPr id="0" name=""/>
        <dsp:cNvSpPr/>
      </dsp:nvSpPr>
      <dsp:spPr>
        <a:xfrm>
          <a:off x="482961" y="4351325"/>
          <a:ext cx="878111" cy="87811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F45700-492E-43FE-8851-43AEBE0A8B30}">
      <dsp:nvSpPr>
        <dsp:cNvPr id="0" name=""/>
        <dsp:cNvSpPr/>
      </dsp:nvSpPr>
      <dsp:spPr>
        <a:xfrm>
          <a:off x="1844034" y="3992098"/>
          <a:ext cx="2839914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Helps model learn negative sentiment patterns</a:t>
          </a:r>
        </a:p>
      </dsp:txBody>
      <dsp:txXfrm>
        <a:off x="1844034" y="3992098"/>
        <a:ext cx="2839914" cy="159656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532CA1-31FB-4C31-9BA3-B43DDBF2C211}">
      <dsp:nvSpPr>
        <dsp:cNvPr id="0" name=""/>
        <dsp:cNvSpPr/>
      </dsp:nvSpPr>
      <dsp:spPr>
        <a:xfrm>
          <a:off x="0" y="4366"/>
          <a:ext cx="4683949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0EE8A6-3B96-487C-A77D-D93C24088473}">
      <dsp:nvSpPr>
        <dsp:cNvPr id="0" name=""/>
        <dsp:cNvSpPr/>
      </dsp:nvSpPr>
      <dsp:spPr>
        <a:xfrm>
          <a:off x="281355" y="213639"/>
          <a:ext cx="511556" cy="51155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684C60-5547-45CC-BB36-DCFF753BBEFB}">
      <dsp:nvSpPr>
        <dsp:cNvPr id="0" name=""/>
        <dsp:cNvSpPr/>
      </dsp:nvSpPr>
      <dsp:spPr>
        <a:xfrm>
          <a:off x="1074268" y="4366"/>
          <a:ext cx="3609680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Logistic Regression (Balanced)</a:t>
          </a:r>
        </a:p>
      </dsp:txBody>
      <dsp:txXfrm>
        <a:off x="1074268" y="4366"/>
        <a:ext cx="3609680" cy="930102"/>
      </dsp:txXfrm>
    </dsp:sp>
    <dsp:sp modelId="{B4653AE2-4C42-4025-A006-B29878646C1D}">
      <dsp:nvSpPr>
        <dsp:cNvPr id="0" name=""/>
        <dsp:cNvSpPr/>
      </dsp:nvSpPr>
      <dsp:spPr>
        <a:xfrm>
          <a:off x="0" y="1166994"/>
          <a:ext cx="4683949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93FB65-479F-4923-8F1C-B3CB7361C1B1}">
      <dsp:nvSpPr>
        <dsp:cNvPr id="0" name=""/>
        <dsp:cNvSpPr/>
      </dsp:nvSpPr>
      <dsp:spPr>
        <a:xfrm>
          <a:off x="281355" y="1376267"/>
          <a:ext cx="511556" cy="51155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CAA21F-3D96-42BC-AA95-8FE454F403AF}">
      <dsp:nvSpPr>
        <dsp:cNvPr id="0" name=""/>
        <dsp:cNvSpPr/>
      </dsp:nvSpPr>
      <dsp:spPr>
        <a:xfrm>
          <a:off x="1074268" y="1166994"/>
          <a:ext cx="3609680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Logistic Regression + SMOTE</a:t>
          </a:r>
        </a:p>
      </dsp:txBody>
      <dsp:txXfrm>
        <a:off x="1074268" y="1166994"/>
        <a:ext cx="3609680" cy="930102"/>
      </dsp:txXfrm>
    </dsp:sp>
    <dsp:sp modelId="{2D65E4E3-4088-4F6E-9515-10E1DD082FBB}">
      <dsp:nvSpPr>
        <dsp:cNvPr id="0" name=""/>
        <dsp:cNvSpPr/>
      </dsp:nvSpPr>
      <dsp:spPr>
        <a:xfrm>
          <a:off x="0" y="2329622"/>
          <a:ext cx="4683949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3891CD-FD70-4380-B1D2-79A81A88C494}">
      <dsp:nvSpPr>
        <dsp:cNvPr id="0" name=""/>
        <dsp:cNvSpPr/>
      </dsp:nvSpPr>
      <dsp:spPr>
        <a:xfrm>
          <a:off x="281355" y="2538895"/>
          <a:ext cx="511556" cy="51155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37F8C2-0361-47BA-852B-BBBFFEA0A698}">
      <dsp:nvSpPr>
        <dsp:cNvPr id="0" name=""/>
        <dsp:cNvSpPr/>
      </dsp:nvSpPr>
      <dsp:spPr>
        <a:xfrm>
          <a:off x="1074268" y="2329622"/>
          <a:ext cx="3609680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Linear SVM (Balanced)</a:t>
          </a:r>
        </a:p>
      </dsp:txBody>
      <dsp:txXfrm>
        <a:off x="1074268" y="2329622"/>
        <a:ext cx="3609680" cy="930102"/>
      </dsp:txXfrm>
    </dsp:sp>
    <dsp:sp modelId="{0FD29913-E433-48C1-B2DC-F4440AFD63CC}">
      <dsp:nvSpPr>
        <dsp:cNvPr id="0" name=""/>
        <dsp:cNvSpPr/>
      </dsp:nvSpPr>
      <dsp:spPr>
        <a:xfrm>
          <a:off x="0" y="3492250"/>
          <a:ext cx="4683949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18EFAF-77C2-49E4-8C84-181C87A936BF}">
      <dsp:nvSpPr>
        <dsp:cNvPr id="0" name=""/>
        <dsp:cNvSpPr/>
      </dsp:nvSpPr>
      <dsp:spPr>
        <a:xfrm>
          <a:off x="281355" y="3701523"/>
          <a:ext cx="511556" cy="51155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1F0281-7210-4F20-8896-1188F046938C}">
      <dsp:nvSpPr>
        <dsp:cNvPr id="0" name=""/>
        <dsp:cNvSpPr/>
      </dsp:nvSpPr>
      <dsp:spPr>
        <a:xfrm>
          <a:off x="1074268" y="3492250"/>
          <a:ext cx="3609680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Random Forest (and tuned version)</a:t>
          </a:r>
        </a:p>
      </dsp:txBody>
      <dsp:txXfrm>
        <a:off x="1074268" y="3492250"/>
        <a:ext cx="3609680" cy="930102"/>
      </dsp:txXfrm>
    </dsp:sp>
    <dsp:sp modelId="{8CF6B77A-26E2-4EF8-BFC6-12E79FE01CFC}">
      <dsp:nvSpPr>
        <dsp:cNvPr id="0" name=""/>
        <dsp:cNvSpPr/>
      </dsp:nvSpPr>
      <dsp:spPr>
        <a:xfrm>
          <a:off x="0" y="4654878"/>
          <a:ext cx="4683949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31F868-6471-40BB-9908-D7514BB9B7B2}">
      <dsp:nvSpPr>
        <dsp:cNvPr id="0" name=""/>
        <dsp:cNvSpPr/>
      </dsp:nvSpPr>
      <dsp:spPr>
        <a:xfrm>
          <a:off x="281355" y="4864151"/>
          <a:ext cx="511556" cy="51155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96EDCB-8BEC-467D-B3CD-6AE190255174}">
      <dsp:nvSpPr>
        <dsp:cNvPr id="0" name=""/>
        <dsp:cNvSpPr/>
      </dsp:nvSpPr>
      <dsp:spPr>
        <a:xfrm>
          <a:off x="1074268" y="4654878"/>
          <a:ext cx="3609680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Naïve Bayes</a:t>
          </a:r>
        </a:p>
      </dsp:txBody>
      <dsp:txXfrm>
        <a:off x="1074268" y="4654878"/>
        <a:ext cx="3609680" cy="93010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E041B2-F270-4B6A-94DA-2AD8BAECE14B}">
      <dsp:nvSpPr>
        <dsp:cNvPr id="0" name=""/>
        <dsp:cNvSpPr/>
      </dsp:nvSpPr>
      <dsp:spPr>
        <a:xfrm>
          <a:off x="0" y="2319"/>
          <a:ext cx="4683949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8B7F9A-0177-4AF3-B6AE-D6ED6F1CBCAB}">
      <dsp:nvSpPr>
        <dsp:cNvPr id="0" name=""/>
        <dsp:cNvSpPr/>
      </dsp:nvSpPr>
      <dsp:spPr>
        <a:xfrm>
          <a:off x="355657" y="266858"/>
          <a:ext cx="646650" cy="6466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B26F22-2BBF-45E7-9347-EEBC80B755CA}">
      <dsp:nvSpPr>
        <dsp:cNvPr id="0" name=""/>
        <dsp:cNvSpPr/>
      </dsp:nvSpPr>
      <dsp:spPr>
        <a:xfrm>
          <a:off x="1357965" y="2319"/>
          <a:ext cx="3325983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Dataset heavily imbalanced toward positive sentiment</a:t>
          </a:r>
        </a:p>
      </dsp:txBody>
      <dsp:txXfrm>
        <a:off x="1357965" y="2319"/>
        <a:ext cx="3325983" cy="1175727"/>
      </dsp:txXfrm>
    </dsp:sp>
    <dsp:sp modelId="{FCBDB176-B295-445F-A7DD-CD67AD667B75}">
      <dsp:nvSpPr>
        <dsp:cNvPr id="0" name=""/>
        <dsp:cNvSpPr/>
      </dsp:nvSpPr>
      <dsp:spPr>
        <a:xfrm>
          <a:off x="0" y="1471979"/>
          <a:ext cx="4683949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992263-D2D4-49A1-8747-4549D56A2021}">
      <dsp:nvSpPr>
        <dsp:cNvPr id="0" name=""/>
        <dsp:cNvSpPr/>
      </dsp:nvSpPr>
      <dsp:spPr>
        <a:xfrm>
          <a:off x="355657" y="1736518"/>
          <a:ext cx="646650" cy="6466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8D96B7-9098-434C-BA0E-E3BD8B43C410}">
      <dsp:nvSpPr>
        <dsp:cNvPr id="0" name=""/>
        <dsp:cNvSpPr/>
      </dsp:nvSpPr>
      <dsp:spPr>
        <a:xfrm>
          <a:off x="1357965" y="1471979"/>
          <a:ext cx="3325983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Negative reviews often short and urgent</a:t>
          </a:r>
        </a:p>
      </dsp:txBody>
      <dsp:txXfrm>
        <a:off x="1357965" y="1471979"/>
        <a:ext cx="3325983" cy="1175727"/>
      </dsp:txXfrm>
    </dsp:sp>
    <dsp:sp modelId="{CA56F553-761D-43E2-8A8B-D36EC0054D3D}">
      <dsp:nvSpPr>
        <dsp:cNvPr id="0" name=""/>
        <dsp:cNvSpPr/>
      </dsp:nvSpPr>
      <dsp:spPr>
        <a:xfrm>
          <a:off x="0" y="2941639"/>
          <a:ext cx="4683949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CA474C-9FC7-4EDA-B6EE-24A08F72D316}">
      <dsp:nvSpPr>
        <dsp:cNvPr id="0" name=""/>
        <dsp:cNvSpPr/>
      </dsp:nvSpPr>
      <dsp:spPr>
        <a:xfrm>
          <a:off x="355657" y="3206178"/>
          <a:ext cx="646650" cy="6466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A2A355-CA10-4F36-B8A4-5129B7EEF622}">
      <dsp:nvSpPr>
        <dsp:cNvPr id="0" name=""/>
        <dsp:cNvSpPr/>
      </dsp:nvSpPr>
      <dsp:spPr>
        <a:xfrm>
          <a:off x="1357965" y="2941639"/>
          <a:ext cx="3325983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LR + SMOTE offered best balanced performance</a:t>
          </a:r>
        </a:p>
      </dsp:txBody>
      <dsp:txXfrm>
        <a:off x="1357965" y="2941639"/>
        <a:ext cx="3325983" cy="1175727"/>
      </dsp:txXfrm>
    </dsp:sp>
    <dsp:sp modelId="{8840CD1A-352B-497E-A8AE-16106F69779E}">
      <dsp:nvSpPr>
        <dsp:cNvPr id="0" name=""/>
        <dsp:cNvSpPr/>
      </dsp:nvSpPr>
      <dsp:spPr>
        <a:xfrm>
          <a:off x="0" y="4411299"/>
          <a:ext cx="4683949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4B6C93-0C74-4C0B-81BE-B031B8B6275F}">
      <dsp:nvSpPr>
        <dsp:cNvPr id="0" name=""/>
        <dsp:cNvSpPr/>
      </dsp:nvSpPr>
      <dsp:spPr>
        <a:xfrm>
          <a:off x="355657" y="4675838"/>
          <a:ext cx="646650" cy="64665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14DB1E-4CAB-4561-AF0C-6B4664A9B229}">
      <dsp:nvSpPr>
        <dsp:cNvPr id="0" name=""/>
        <dsp:cNvSpPr/>
      </dsp:nvSpPr>
      <dsp:spPr>
        <a:xfrm>
          <a:off x="1357965" y="4411299"/>
          <a:ext cx="3325983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Text length correlates with 'helpful' votes</a:t>
          </a:r>
        </a:p>
      </dsp:txBody>
      <dsp:txXfrm>
        <a:off x="1357965" y="4411299"/>
        <a:ext cx="3325983" cy="117572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FDEEEF-024F-4FC2-801D-C4F7348C375D}">
      <dsp:nvSpPr>
        <dsp:cNvPr id="0" name=""/>
        <dsp:cNvSpPr/>
      </dsp:nvSpPr>
      <dsp:spPr>
        <a:xfrm>
          <a:off x="3749318" y="904845"/>
          <a:ext cx="69676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96763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079515" y="946928"/>
        <a:ext cx="36368" cy="7273"/>
      </dsp:txXfrm>
    </dsp:sp>
    <dsp:sp modelId="{2C450F42-5653-40DE-86A7-28A7B056FE61}">
      <dsp:nvSpPr>
        <dsp:cNvPr id="0" name=""/>
        <dsp:cNvSpPr/>
      </dsp:nvSpPr>
      <dsp:spPr>
        <a:xfrm>
          <a:off x="588669" y="1830"/>
          <a:ext cx="3162448" cy="189746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4963" tIns="162661" rIns="154963" bIns="162661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1. Implement automated review monitoring</a:t>
          </a:r>
        </a:p>
      </dsp:txBody>
      <dsp:txXfrm>
        <a:off x="588669" y="1830"/>
        <a:ext cx="3162448" cy="1897469"/>
      </dsp:txXfrm>
    </dsp:sp>
    <dsp:sp modelId="{A2ED4C67-126B-4A8F-BA3B-C7ED120BE38B}">
      <dsp:nvSpPr>
        <dsp:cNvPr id="0" name=""/>
        <dsp:cNvSpPr/>
      </dsp:nvSpPr>
      <dsp:spPr>
        <a:xfrm>
          <a:off x="2169893" y="1897499"/>
          <a:ext cx="3889812" cy="696763"/>
        </a:xfrm>
        <a:custGeom>
          <a:avLst/>
          <a:gdLst/>
          <a:ahLst/>
          <a:cxnLst/>
          <a:rect l="0" t="0" r="0" b="0"/>
          <a:pathLst>
            <a:path>
              <a:moveTo>
                <a:pt x="3889812" y="0"/>
              </a:moveTo>
              <a:lnTo>
                <a:pt x="3889812" y="365481"/>
              </a:lnTo>
              <a:lnTo>
                <a:pt x="0" y="365481"/>
              </a:lnTo>
              <a:lnTo>
                <a:pt x="0" y="696763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015869" y="2242244"/>
        <a:ext cx="197861" cy="7273"/>
      </dsp:txXfrm>
    </dsp:sp>
    <dsp:sp modelId="{422EFCF1-0A95-45C3-A433-ED12C83AAFA7}">
      <dsp:nvSpPr>
        <dsp:cNvPr id="0" name=""/>
        <dsp:cNvSpPr/>
      </dsp:nvSpPr>
      <dsp:spPr>
        <a:xfrm>
          <a:off x="4478481" y="1830"/>
          <a:ext cx="3162448" cy="189746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4963" tIns="162661" rIns="154963" bIns="162661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2. Investigate recurring negative-review terms for product improvement</a:t>
          </a:r>
        </a:p>
      </dsp:txBody>
      <dsp:txXfrm>
        <a:off x="4478481" y="1830"/>
        <a:ext cx="3162448" cy="1897469"/>
      </dsp:txXfrm>
    </dsp:sp>
    <dsp:sp modelId="{0E961A86-89AF-47A5-BF46-A4858C2ACF3E}">
      <dsp:nvSpPr>
        <dsp:cNvPr id="0" name=""/>
        <dsp:cNvSpPr/>
      </dsp:nvSpPr>
      <dsp:spPr>
        <a:xfrm>
          <a:off x="588669" y="2626663"/>
          <a:ext cx="3162448" cy="189746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4963" tIns="162661" rIns="154963" bIns="162661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3. Route potential negative experiences to support teams quickly</a:t>
          </a:r>
        </a:p>
      </dsp:txBody>
      <dsp:txXfrm>
        <a:off x="588669" y="2626663"/>
        <a:ext cx="3162448" cy="189746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4A695F-852D-4B64-B10D-A2C5000D114C}">
      <dsp:nvSpPr>
        <dsp:cNvPr id="0" name=""/>
        <dsp:cNvSpPr/>
      </dsp:nvSpPr>
      <dsp:spPr>
        <a:xfrm>
          <a:off x="0" y="2319"/>
          <a:ext cx="4683949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390FF4-266D-461F-9C21-A7409843DEDD}">
      <dsp:nvSpPr>
        <dsp:cNvPr id="0" name=""/>
        <dsp:cNvSpPr/>
      </dsp:nvSpPr>
      <dsp:spPr>
        <a:xfrm>
          <a:off x="355657" y="266858"/>
          <a:ext cx="646650" cy="6466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4BD687-E871-410B-A655-21D15A3276BA}">
      <dsp:nvSpPr>
        <dsp:cNvPr id="0" name=""/>
        <dsp:cNvSpPr/>
      </dsp:nvSpPr>
      <dsp:spPr>
        <a:xfrm>
          <a:off x="1357965" y="2319"/>
          <a:ext cx="3325983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Add neutral-sentiment model</a:t>
          </a:r>
        </a:p>
      </dsp:txBody>
      <dsp:txXfrm>
        <a:off x="1357965" y="2319"/>
        <a:ext cx="3325983" cy="1175727"/>
      </dsp:txXfrm>
    </dsp:sp>
    <dsp:sp modelId="{6DB225B0-63CD-4AA7-A40B-739B5E4CBCA1}">
      <dsp:nvSpPr>
        <dsp:cNvPr id="0" name=""/>
        <dsp:cNvSpPr/>
      </dsp:nvSpPr>
      <dsp:spPr>
        <a:xfrm>
          <a:off x="0" y="1471979"/>
          <a:ext cx="4683949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C1D997-37A2-4491-995C-E22A75D8A95C}">
      <dsp:nvSpPr>
        <dsp:cNvPr id="0" name=""/>
        <dsp:cNvSpPr/>
      </dsp:nvSpPr>
      <dsp:spPr>
        <a:xfrm>
          <a:off x="355657" y="1736518"/>
          <a:ext cx="646650" cy="6466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9274A6-8A1D-4FD3-98D1-65F5DC111238}">
      <dsp:nvSpPr>
        <dsp:cNvPr id="0" name=""/>
        <dsp:cNvSpPr/>
      </dsp:nvSpPr>
      <dsp:spPr>
        <a:xfrm>
          <a:off x="1357965" y="1471979"/>
          <a:ext cx="3325983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Explore transformer models like BERT</a:t>
          </a:r>
        </a:p>
      </dsp:txBody>
      <dsp:txXfrm>
        <a:off x="1357965" y="1471979"/>
        <a:ext cx="3325983" cy="1175727"/>
      </dsp:txXfrm>
    </dsp:sp>
    <dsp:sp modelId="{D859E726-652E-40DE-B227-DD623B5E3F25}">
      <dsp:nvSpPr>
        <dsp:cNvPr id="0" name=""/>
        <dsp:cNvSpPr/>
      </dsp:nvSpPr>
      <dsp:spPr>
        <a:xfrm>
          <a:off x="0" y="2941639"/>
          <a:ext cx="4683949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450AC6-C2EF-43DC-A8A6-BF6832A933E8}">
      <dsp:nvSpPr>
        <dsp:cNvPr id="0" name=""/>
        <dsp:cNvSpPr/>
      </dsp:nvSpPr>
      <dsp:spPr>
        <a:xfrm>
          <a:off x="355657" y="3206178"/>
          <a:ext cx="646650" cy="6466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EB3FCF-D1A2-4B07-8F2B-057A6EFB272C}">
      <dsp:nvSpPr>
        <dsp:cNvPr id="0" name=""/>
        <dsp:cNvSpPr/>
      </dsp:nvSpPr>
      <dsp:spPr>
        <a:xfrm>
          <a:off x="1357965" y="2941639"/>
          <a:ext cx="3325983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Perform topic modeling to uncover product defect themes</a:t>
          </a:r>
        </a:p>
      </dsp:txBody>
      <dsp:txXfrm>
        <a:off x="1357965" y="2941639"/>
        <a:ext cx="3325983" cy="1175727"/>
      </dsp:txXfrm>
    </dsp:sp>
    <dsp:sp modelId="{2C4ED661-1191-4BB7-A4DC-88C47161D5B0}">
      <dsp:nvSpPr>
        <dsp:cNvPr id="0" name=""/>
        <dsp:cNvSpPr/>
      </dsp:nvSpPr>
      <dsp:spPr>
        <a:xfrm>
          <a:off x="0" y="4411299"/>
          <a:ext cx="4683949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1ACC12-0F2B-4218-B715-A0BA3D1C4B99}">
      <dsp:nvSpPr>
        <dsp:cNvPr id="0" name=""/>
        <dsp:cNvSpPr/>
      </dsp:nvSpPr>
      <dsp:spPr>
        <a:xfrm>
          <a:off x="355657" y="4675838"/>
          <a:ext cx="646650" cy="64665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B80C5F-9787-4DB5-8792-E9616C17DAFC}">
      <dsp:nvSpPr>
        <dsp:cNvPr id="0" name=""/>
        <dsp:cNvSpPr/>
      </dsp:nvSpPr>
      <dsp:spPr>
        <a:xfrm>
          <a:off x="1357965" y="4411299"/>
          <a:ext cx="3325983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Deploy system as a real-time REST API</a:t>
          </a:r>
        </a:p>
      </dsp:txBody>
      <dsp:txXfrm>
        <a:off x="1357965" y="4411299"/>
        <a:ext cx="3325983" cy="11757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D335A262-7106-4571-BE09-CFA60A9DB0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A6F043C-2A2A-4ECE-99FC-9670FAF956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600200" y="685800"/>
            <a:ext cx="7543800" cy="54864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685800"/>
            <a:ext cx="3815379" cy="1692835"/>
          </a:xfrm>
        </p:spPr>
        <p:txBody>
          <a:bodyPr anchor="t">
            <a:normAutofit/>
          </a:bodyPr>
          <a:lstStyle/>
          <a:p>
            <a:pPr algn="l"/>
            <a:r>
              <a:rPr lang="en-US"/>
              <a:t>Capstone Presentation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46FE5A8-8C9A-4D97-A7C4-214929653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9823" y="685797"/>
            <a:ext cx="89154" cy="155045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6DCB7B-0AB5-879A-8C08-AD61814A34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385" r="33554" b="2"/>
          <a:stretch>
            <a:fillRect/>
          </a:stretch>
        </p:blipFill>
        <p:spPr>
          <a:xfrm>
            <a:off x="5145741" y="1048447"/>
            <a:ext cx="3603812" cy="4805082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B6297F2B-78AD-4022-83A4-78FC55E113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054846" y="6172201"/>
            <a:ext cx="89154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6B7E5C8-5E58-B417-9DAE-533A274B7B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51699397"/>
              </p:ext>
            </p:extLst>
          </p:nvPr>
        </p:nvGraphicFramePr>
        <p:xfrm>
          <a:off x="1097280" y="2562784"/>
          <a:ext cx="3815379" cy="36094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1417" y="1138036"/>
            <a:ext cx="4083287" cy="1402470"/>
          </a:xfrm>
        </p:spPr>
        <p:txBody>
          <a:bodyPr anchor="t">
            <a:normAutofit/>
          </a:bodyPr>
          <a:lstStyle/>
          <a:p>
            <a:r>
              <a:rPr lang="en-US" sz="2800"/>
              <a:t>Executive Summary</a:t>
            </a:r>
          </a:p>
        </p:txBody>
      </p:sp>
      <p:pic>
        <p:nvPicPr>
          <p:cNvPr id="13" name="Picture 12" descr="Pen placed on top of a signature line">
            <a:extLst>
              <a:ext uri="{FF2B5EF4-FFF2-40B4-BE49-F238E27FC236}">
                <a16:creationId xmlns:a16="http://schemas.microsoft.com/office/drawing/2014/main" id="{43446D49-5A3B-C6E2-8874-F1797AF600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6146" r="6251" b="-1"/>
          <a:stretch>
            <a:fillRect/>
          </a:stretch>
        </p:blipFill>
        <p:spPr>
          <a:xfrm>
            <a:off x="20" y="10"/>
            <a:ext cx="3863363" cy="685799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478772" y="871146"/>
            <a:ext cx="552705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01417" y="2551176"/>
            <a:ext cx="4083287" cy="35912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700" dirty="0"/>
              <a:t>• Built an NLP sentiment classification pipeline</a:t>
            </a:r>
          </a:p>
          <a:p>
            <a:pPr marL="0" indent="0">
              <a:buNone/>
            </a:pPr>
            <a:r>
              <a:rPr lang="en-US" sz="1700" dirty="0"/>
              <a:t>• Preprocessed and vectorized text using TF-IDF</a:t>
            </a:r>
          </a:p>
          <a:p>
            <a:pPr marL="0" indent="0">
              <a:buNone/>
            </a:pPr>
            <a:r>
              <a:rPr lang="en-US" sz="1700" dirty="0"/>
              <a:t>• Evaluated multiple ML models</a:t>
            </a:r>
          </a:p>
          <a:p>
            <a:pPr marL="0" indent="0">
              <a:buNone/>
            </a:pPr>
            <a:r>
              <a:rPr lang="en-US" sz="1700" dirty="0"/>
              <a:t>• Best model: Logistic Regression + SMOTE</a:t>
            </a:r>
          </a:p>
          <a:p>
            <a:pPr marL="0" indent="0">
              <a:buNone/>
            </a:pPr>
            <a:r>
              <a:rPr lang="en-US" sz="1700" dirty="0"/>
              <a:t>• Enables automated monitoring of customer sentiment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rPr lang="en-US" sz="6000"/>
              <a:t>Business Problem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2A17295-443D-7889-3A44-BC1D028B8E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621850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1417" y="1138036"/>
            <a:ext cx="4083287" cy="1402470"/>
          </a:xfrm>
        </p:spPr>
        <p:txBody>
          <a:bodyPr anchor="t">
            <a:normAutofit/>
          </a:bodyPr>
          <a:lstStyle/>
          <a:p>
            <a:r>
              <a:rPr lang="en-US" sz="2800"/>
              <a:t>Dataset Overview</a:t>
            </a:r>
          </a:p>
        </p:txBody>
      </p:sp>
      <p:pic>
        <p:nvPicPr>
          <p:cNvPr id="8" name="Picture 7" descr="Computer script on a screen">
            <a:extLst>
              <a:ext uri="{FF2B5EF4-FFF2-40B4-BE49-F238E27FC236}">
                <a16:creationId xmlns:a16="http://schemas.microsoft.com/office/drawing/2014/main" id="{2F1112E7-9921-F8FE-196D-BBBA309724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312" r="51085" b="-1"/>
          <a:stretch>
            <a:fillRect/>
          </a:stretch>
        </p:blipFill>
        <p:spPr>
          <a:xfrm>
            <a:off x="20" y="10"/>
            <a:ext cx="3863363" cy="685799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478772" y="871146"/>
            <a:ext cx="552705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3">
            <a:extLst>
              <a:ext uri="{FF2B5EF4-FFF2-40B4-BE49-F238E27FC236}">
                <a16:creationId xmlns:a16="http://schemas.microsoft.com/office/drawing/2014/main" id="{0B4C1323-00C0-19DC-F34A-047F279824E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401417" y="2551176"/>
            <a:ext cx="4083287" cy="359120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1700"/>
              <a:t>Source: Kaggle Amazon Reviews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lang="en-US" sz="1700"/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1700"/>
              <a:t>90% positive, 10% negative (imbalanced)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lang="en-US" sz="1700"/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1700"/>
              <a:t>Features: review text, ratings, metadata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kumimoji="0" lang="en-US" altLang="en-US" sz="17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rPr lang="en-US" sz="3300"/>
              <a:t>NLP &amp; Preprocessing Workflow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EBC4E30-F3DE-06C7-B8E1-26EF22A1CD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60166822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4900"/>
              <a:t>Handling Class Imbalance (SMOTE)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21CA8F0-AE52-7BF2-E667-69C62F6C0D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9469899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rPr lang="en-US" sz="5400"/>
              <a:t>Models Evaluated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0DAE09D-3211-DB9F-B503-AB86CE0A2E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7727544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BDF97F-F983-AEE7-DF58-EE1BFBF83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rPr lang="en-US" sz="3900"/>
              <a:t>Model Performance Comparison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B8EEFBF-4674-657C-7FD0-9E3511A22B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31219918"/>
              </p:ext>
            </p:extLst>
          </p:nvPr>
        </p:nvGraphicFramePr>
        <p:xfrm>
          <a:off x="3831401" y="1930465"/>
          <a:ext cx="4683951" cy="3870018"/>
        </p:xfrm>
        <a:graphic>
          <a:graphicData uri="http://schemas.openxmlformats.org/drawingml/2006/table">
            <a:tbl>
              <a:tblPr firstRow="1" bandRow="1"/>
              <a:tblGrid>
                <a:gridCol w="1192317">
                  <a:extLst>
                    <a:ext uri="{9D8B030D-6E8A-4147-A177-3AD203B41FA5}">
                      <a16:colId xmlns:a16="http://schemas.microsoft.com/office/drawing/2014/main" val="156292226"/>
                    </a:ext>
                  </a:extLst>
                </a:gridCol>
                <a:gridCol w="1053676">
                  <a:extLst>
                    <a:ext uri="{9D8B030D-6E8A-4147-A177-3AD203B41FA5}">
                      <a16:colId xmlns:a16="http://schemas.microsoft.com/office/drawing/2014/main" val="977195842"/>
                    </a:ext>
                  </a:extLst>
                </a:gridCol>
                <a:gridCol w="1075005">
                  <a:extLst>
                    <a:ext uri="{9D8B030D-6E8A-4147-A177-3AD203B41FA5}">
                      <a16:colId xmlns:a16="http://schemas.microsoft.com/office/drawing/2014/main" val="2180094032"/>
                    </a:ext>
                  </a:extLst>
                </a:gridCol>
                <a:gridCol w="1362953">
                  <a:extLst>
                    <a:ext uri="{9D8B030D-6E8A-4147-A177-3AD203B41FA5}">
                      <a16:colId xmlns:a16="http://schemas.microsoft.com/office/drawing/2014/main" val="3260569365"/>
                    </a:ext>
                  </a:extLst>
                </a:gridCol>
              </a:tblGrid>
              <a:tr h="3378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Model</a:t>
                      </a:r>
                    </a:p>
                  </a:txBody>
                  <a:tcPr marL="76786" marR="76786" marT="38393" marB="383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Accuracy</a:t>
                      </a:r>
                    </a:p>
                  </a:txBody>
                  <a:tcPr marL="76786" marR="76786" marT="38393" marB="383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Macro F1</a:t>
                      </a:r>
                    </a:p>
                  </a:txBody>
                  <a:tcPr marL="76786" marR="76786" marT="38393" marB="383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Notes</a:t>
                      </a:r>
                    </a:p>
                  </a:txBody>
                  <a:tcPr marL="76786" marR="76786" marT="38393" marB="383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7189647"/>
                  </a:ext>
                </a:extLst>
              </a:tr>
              <a:tr h="5682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LogReg + SMOTE</a:t>
                      </a:r>
                      <a:endParaRPr lang="en-US" sz="1500"/>
                    </a:p>
                  </a:txBody>
                  <a:tcPr marL="76786" marR="76786" marT="38393" marB="383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0.926</a:t>
                      </a:r>
                    </a:p>
                  </a:txBody>
                  <a:tcPr marL="76786" marR="76786" marT="38393" marB="383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0.583</a:t>
                      </a:r>
                      <a:endParaRPr lang="en-US" sz="1500"/>
                    </a:p>
                  </a:txBody>
                  <a:tcPr marL="76786" marR="76786" marT="38393" marB="383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⭐ Best balance</a:t>
                      </a:r>
                    </a:p>
                  </a:txBody>
                  <a:tcPr marL="76786" marR="76786" marT="38393" marB="383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2667504"/>
                  </a:ext>
                </a:extLst>
              </a:tr>
              <a:tr h="7985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SVM (Balanced)</a:t>
                      </a:r>
                    </a:p>
                  </a:txBody>
                  <a:tcPr marL="76786" marR="76786" marT="38393" marB="383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0.936</a:t>
                      </a:r>
                    </a:p>
                  </a:txBody>
                  <a:tcPr marL="76786" marR="76786" marT="38393" marB="383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0.549</a:t>
                      </a:r>
                    </a:p>
                  </a:txBody>
                  <a:tcPr marL="76786" marR="76786" marT="38393" marB="383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High accuracy but imbalanced</a:t>
                      </a:r>
                    </a:p>
                  </a:txBody>
                  <a:tcPr marL="76786" marR="76786" marT="38393" marB="383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1986504"/>
                  </a:ext>
                </a:extLst>
              </a:tr>
              <a:tr h="7985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LogReg (Balanced)</a:t>
                      </a:r>
                    </a:p>
                  </a:txBody>
                  <a:tcPr marL="76786" marR="76786" marT="38393" marB="383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0.919</a:t>
                      </a:r>
                    </a:p>
                  </a:txBody>
                  <a:tcPr marL="76786" marR="76786" marT="38393" marB="383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0.582</a:t>
                      </a:r>
                    </a:p>
                  </a:txBody>
                  <a:tcPr marL="76786" marR="76786" marT="38393" marB="383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Still weaker on recall_macro</a:t>
                      </a:r>
                    </a:p>
                  </a:txBody>
                  <a:tcPr marL="76786" marR="76786" marT="38393" marB="383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975752"/>
                  </a:ext>
                </a:extLst>
              </a:tr>
              <a:tr h="5682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RF (Tuned)</a:t>
                      </a:r>
                    </a:p>
                  </a:txBody>
                  <a:tcPr marL="76786" marR="76786" marT="38393" marB="383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0.925</a:t>
                      </a:r>
                    </a:p>
                  </a:txBody>
                  <a:tcPr marL="76786" marR="76786" marT="38393" marB="383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0.508</a:t>
                      </a:r>
                    </a:p>
                  </a:txBody>
                  <a:tcPr marL="76786" marR="76786" marT="38393" marB="383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Poor minority-class recall</a:t>
                      </a:r>
                    </a:p>
                  </a:txBody>
                  <a:tcPr marL="76786" marR="76786" marT="38393" marB="383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7506198"/>
                  </a:ext>
                </a:extLst>
              </a:tr>
              <a:tr h="7985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NB</a:t>
                      </a:r>
                    </a:p>
                  </a:txBody>
                  <a:tcPr marL="76786" marR="76786" marT="38393" marB="383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0.905</a:t>
                      </a:r>
                    </a:p>
                  </a:txBody>
                  <a:tcPr marL="76786" marR="76786" marT="38393" marB="383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0.317</a:t>
                      </a:r>
                    </a:p>
                  </a:txBody>
                  <a:tcPr marL="76786" marR="76786" marT="38393" marB="383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Weak for bigram features</a:t>
                      </a:r>
                    </a:p>
                  </a:txBody>
                  <a:tcPr marL="76786" marR="76786" marT="38393" marB="383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55757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83730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A6581-FF3D-F48D-B48B-99C22E333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Final Model Choice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9A8B91-F235-96C9-348C-F1E31715E0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Selected Model: Logistic Regression + SMOTE</a:t>
            </a:r>
          </a:p>
          <a:p>
            <a:pPr>
              <a:buNone/>
            </a:pPr>
            <a:r>
              <a:rPr lang="en-US" dirty="0"/>
              <a:t>Why?</a:t>
            </a:r>
          </a:p>
          <a:p>
            <a:pPr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000" dirty="0"/>
              <a:t>Best macro F1</a:t>
            </a:r>
          </a:p>
          <a:p>
            <a:pPr marL="0" indent="0">
              <a:buNone/>
            </a:pPr>
            <a:endParaRPr lang="en-US" sz="3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000" dirty="0"/>
              <a:t>Best minority-class detection</a:t>
            </a:r>
          </a:p>
          <a:p>
            <a:pPr marL="0" indent="0">
              <a:buNone/>
            </a:pPr>
            <a:endParaRPr lang="en-US" sz="3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000" dirty="0"/>
              <a:t>Interpretable coefficients</a:t>
            </a:r>
          </a:p>
          <a:p>
            <a:pPr marL="0" indent="0">
              <a:buNone/>
            </a:pPr>
            <a:endParaRPr lang="en-US" sz="3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000" dirty="0"/>
              <a:t>Fast &amp; scalable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2271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649C91A9-84E7-4BF0-9026-62F01380D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1" y="762001"/>
            <a:ext cx="3060272" cy="1708242"/>
          </a:xfrm>
        </p:spPr>
        <p:txBody>
          <a:bodyPr anchor="ctr">
            <a:normAutofit/>
          </a:bodyPr>
          <a:lstStyle/>
          <a:p>
            <a:r>
              <a:rPr lang="en-US" sz="3500" dirty="0"/>
              <a:t>Confusion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2" y="2470244"/>
            <a:ext cx="3060271" cy="3769834"/>
          </a:xfrm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r>
              <a:rPr lang="en-US" sz="2800" dirty="0"/>
              <a:t>Overall, the confusion matrix confirms that Logistic Regression with SMOTE provides more balanced and fair performance across classes.</a:t>
            </a:r>
          </a:p>
          <a:p>
            <a:endParaRPr lang="en-US" sz="17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B47378D-AD27-45D0-8C1C-5B1098DCC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7650" y="0"/>
            <a:ext cx="508634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77800" dist="215900" dir="8520000" sx="94000" sy="94000" algn="t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34084C-E2D5-B596-3E83-45D2639D38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2974" y="1061357"/>
            <a:ext cx="4712425" cy="501287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649C91A9-84E7-4BF0-9026-62F01380D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1" y="762001"/>
            <a:ext cx="3060272" cy="1708242"/>
          </a:xfrm>
        </p:spPr>
        <p:txBody>
          <a:bodyPr anchor="ctr">
            <a:normAutofit/>
          </a:bodyPr>
          <a:lstStyle/>
          <a:p>
            <a:r>
              <a:rPr lang="en-US" sz="3500" dirty="0"/>
              <a:t>Sentiment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2" y="2470244"/>
            <a:ext cx="3060271" cy="376983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800" dirty="0"/>
              <a:t>Highlights the imbalance across sentiment categories.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B47378D-AD27-45D0-8C1C-5B1098DCC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7650" y="0"/>
            <a:ext cx="508634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77800" dist="215900" dir="8520000" sx="94000" sy="94000" algn="t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843828-63B9-96E5-4DE6-5594EA81B4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7650" y="1028700"/>
            <a:ext cx="4874079" cy="489857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649C91A9-84E7-4BF0-9026-62F01380D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1" y="762001"/>
            <a:ext cx="3060272" cy="1708242"/>
          </a:xfrm>
        </p:spPr>
        <p:txBody>
          <a:bodyPr anchor="ctr">
            <a:normAutofit/>
          </a:bodyPr>
          <a:lstStyle/>
          <a:p>
            <a:r>
              <a:rPr lang="en-US" sz="3500" dirty="0"/>
              <a:t>Correlation Heatmap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2" y="2470244"/>
            <a:ext cx="3060271" cy="376983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800" dirty="0"/>
              <a:t>Shows relationships between engineered numeric features.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B47378D-AD27-45D0-8C1C-5B1098DCC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7650" y="0"/>
            <a:ext cx="508634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77800" dist="215900" dir="8520000" sx="94000" sy="94000" algn="t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D5C2A5-0328-E65B-D72E-FD295B58E0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2974" y="1126671"/>
            <a:ext cx="4679769" cy="478427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649C91A9-84E7-4BF0-9026-62F01380D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1" y="762001"/>
            <a:ext cx="3060272" cy="1708242"/>
          </a:xfrm>
        </p:spPr>
        <p:txBody>
          <a:bodyPr anchor="ctr">
            <a:normAutofit/>
          </a:bodyPr>
          <a:lstStyle/>
          <a:p>
            <a:r>
              <a:rPr lang="en-US" sz="3500" dirty="0"/>
              <a:t>Review Length by Sentiment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2" y="2470244"/>
            <a:ext cx="3060271" cy="376983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800" dirty="0"/>
              <a:t>Longer reviews tend to be more negative, while shorter ones lean positive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B47378D-AD27-45D0-8C1C-5B1098DCC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7650" y="0"/>
            <a:ext cx="508634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77800" dist="215900" dir="8520000" sx="94000" sy="94000" algn="t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E5CCE9-2405-CFCD-AC84-3C4A153EA5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2974" y="1159329"/>
            <a:ext cx="4810397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 Background">
            <a:extLst>
              <a:ext uri="{FF2B5EF4-FFF2-40B4-BE49-F238E27FC236}">
                <a16:creationId xmlns:a16="http://schemas.microsoft.com/office/drawing/2014/main" id="{B50D074C-5457-4294-A181-6B67F4146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F489C2E0-4895-4B72-85EA-7EE9FAFFD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129836"/>
            <a:ext cx="9143999" cy="1720199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8975" y="239243"/>
            <a:ext cx="5230016" cy="111988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Word Cloud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3E8C7F6-2C80-5318-49E4-49E54398F0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2409" r="12036"/>
          <a:stretch>
            <a:fillRect/>
          </a:stretch>
        </p:blipFill>
        <p:spPr>
          <a:xfrm>
            <a:off x="277437" y="1728165"/>
            <a:ext cx="8001002" cy="4471738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rPr lang="en-US" sz="7000" dirty="0"/>
              <a:t>Key Insights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7A96DEDA-9C32-567A-4E22-0AF7FB3031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96836166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Recommendations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A266EA5-820E-903C-DBA7-8EE4F856F99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rPr lang="en-US" sz="7000" dirty="0"/>
              <a:t>Future Work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546A65D-F967-2CEB-48DA-0F2BAE1704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6495420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B210AC1D-4063-4C6E-9528-FA9C4C0C1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2F8C595-E68C-4306-AED8-DC7826A0A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562310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556" y="762001"/>
            <a:ext cx="3117384" cy="1708244"/>
          </a:xfrm>
        </p:spPr>
        <p:txBody>
          <a:bodyPr anchor="ctr">
            <a:normAutofit/>
          </a:bodyPr>
          <a:lstStyle/>
          <a:p>
            <a:r>
              <a:rPr lang="en-US" sz="3500"/>
              <a:t>Thank You / Q&amp;A</a:t>
            </a:r>
          </a:p>
        </p:txBody>
      </p:sp>
      <p:pic>
        <p:nvPicPr>
          <p:cNvPr id="5" name="Picture 4" descr="Yellow and blue symbols">
            <a:extLst>
              <a:ext uri="{FF2B5EF4-FFF2-40B4-BE49-F238E27FC236}">
                <a16:creationId xmlns:a16="http://schemas.microsoft.com/office/drawing/2014/main" id="{4DBE60CA-9477-6BA1-790B-07F16E6334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942" r="27058" b="1"/>
          <a:stretch>
            <a:fillRect/>
          </a:stretch>
        </p:blipFill>
        <p:spPr>
          <a:xfrm>
            <a:off x="20" y="-2"/>
            <a:ext cx="4571980" cy="6858002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2556" y="2470245"/>
            <a:ext cx="3117384" cy="3769835"/>
          </a:xfrm>
        </p:spPr>
        <p:txBody>
          <a:bodyPr anchor="ctr">
            <a:normAutofit/>
          </a:bodyPr>
          <a:lstStyle/>
          <a:p>
            <a:r>
              <a:rPr lang="en-US" sz="1700"/>
              <a:t>Questions and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416</Words>
  <Application>Microsoft Office PowerPoint</Application>
  <PresentationFormat>On-screen Show (4:3)</PresentationFormat>
  <Paragraphs>96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Helvetica Neue Medium</vt:lpstr>
      <vt:lpstr>Office Theme</vt:lpstr>
      <vt:lpstr>Capstone Presentation</vt:lpstr>
      <vt:lpstr>Executive Summary</vt:lpstr>
      <vt:lpstr>Business Problem</vt:lpstr>
      <vt:lpstr>Dataset Overview</vt:lpstr>
      <vt:lpstr>NLP &amp; Preprocessing Workflow</vt:lpstr>
      <vt:lpstr>Handling Class Imbalance (SMOTE)</vt:lpstr>
      <vt:lpstr>Models Evaluated</vt:lpstr>
      <vt:lpstr>Model Performance Comparison </vt:lpstr>
      <vt:lpstr>Final Model Choice</vt:lpstr>
      <vt:lpstr>Confusion Matrix</vt:lpstr>
      <vt:lpstr>Sentiment Distribution</vt:lpstr>
      <vt:lpstr>Correlation Heatmap</vt:lpstr>
      <vt:lpstr>Review Length by Sentiment</vt:lpstr>
      <vt:lpstr>Word Cloud</vt:lpstr>
      <vt:lpstr>Key Insights</vt:lpstr>
      <vt:lpstr>Business Recommendations</vt:lpstr>
      <vt:lpstr>Future Work</vt:lpstr>
      <vt:lpstr>Thank You / Q&amp;A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michael koffie</cp:lastModifiedBy>
  <cp:revision>2</cp:revision>
  <dcterms:created xsi:type="dcterms:W3CDTF">2013-01-27T09:14:16Z</dcterms:created>
  <dcterms:modified xsi:type="dcterms:W3CDTF">2025-12-11T20:48:40Z</dcterms:modified>
  <cp:category/>
</cp:coreProperties>
</file>